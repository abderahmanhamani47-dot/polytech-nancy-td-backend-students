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7FFFD157_2C50AF3B.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7FFFD1E7_7B7465CA.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7FFFD1EC_C05431FE.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19.xml" ContentType="application/vnd.openxmlformats-officedocument.presentationml.notesSlide+xml"/>
  <Override PartName="/ppt/tags/tag4.xml" ContentType="application/vnd.openxmlformats-officedocument.presentationml.tags+xml"/>
  <Override PartName="/ppt/notesSlides/notesSlide20.xml" ContentType="application/vnd.openxmlformats-officedocument.presentationml.notesSlide+xml"/>
  <Override PartName="/ppt/tags/tag5.xml" ContentType="application/vnd.openxmlformats-officedocument.presentationml.tags+xml"/>
  <Override PartName="/ppt/notesSlides/notesSlide21.xml" ContentType="application/vnd.openxmlformats-officedocument.presentationml.notesSlide+xml"/>
  <Override PartName="/ppt/comments/modernComment_7FFFD1F2_54CCC37C.xml" ContentType="application/vnd.ms-powerpoint.comments+xml"/>
  <Override PartName="/ppt/tags/tag6.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6"/>
  </p:sldMasterIdLst>
  <p:notesMasterIdLst>
    <p:notesMasterId r:id="rId54"/>
  </p:notesMasterIdLst>
  <p:handoutMasterIdLst>
    <p:handoutMasterId r:id="rId55"/>
  </p:handoutMasterIdLst>
  <p:sldIdLst>
    <p:sldId id="2147471703" r:id="rId7"/>
    <p:sldId id="602" r:id="rId8"/>
    <p:sldId id="2147471781" r:id="rId9"/>
    <p:sldId id="2147471839" r:id="rId10"/>
    <p:sldId id="2147471847" r:id="rId11"/>
    <p:sldId id="2147471848" r:id="rId12"/>
    <p:sldId id="2147471849" r:id="rId13"/>
    <p:sldId id="2147471850" r:id="rId14"/>
    <p:sldId id="2147471851" r:id="rId15"/>
    <p:sldId id="2147471806" r:id="rId16"/>
    <p:sldId id="2147471845" r:id="rId17"/>
    <p:sldId id="2147471846" r:id="rId18"/>
    <p:sldId id="2147471853" r:id="rId19"/>
    <p:sldId id="2147471854" r:id="rId20"/>
    <p:sldId id="2147471852" r:id="rId21"/>
    <p:sldId id="2147471855" r:id="rId22"/>
    <p:sldId id="2147471876" r:id="rId23"/>
    <p:sldId id="2147471841" r:id="rId24"/>
    <p:sldId id="2147471844" r:id="rId25"/>
    <p:sldId id="2147471856" r:id="rId26"/>
    <p:sldId id="2147471858" r:id="rId27"/>
    <p:sldId id="2147471859" r:id="rId28"/>
    <p:sldId id="2147471832" r:id="rId29"/>
    <p:sldId id="2147471838" r:id="rId30"/>
    <p:sldId id="2147471860" r:id="rId31"/>
    <p:sldId id="2147471828" r:id="rId32"/>
    <p:sldId id="2147471862" r:id="rId33"/>
    <p:sldId id="2147471863" r:id="rId34"/>
    <p:sldId id="2147471829" r:id="rId35"/>
    <p:sldId id="2147471861" r:id="rId36"/>
    <p:sldId id="2147471802" r:id="rId37"/>
    <p:sldId id="2147471830" r:id="rId38"/>
    <p:sldId id="2147471865" r:id="rId39"/>
    <p:sldId id="2147471831" r:id="rId40"/>
    <p:sldId id="2147471833" r:id="rId41"/>
    <p:sldId id="2147471866" r:id="rId42"/>
    <p:sldId id="2147471867" r:id="rId43"/>
    <p:sldId id="2147471870" r:id="rId44"/>
    <p:sldId id="2147471868" r:id="rId45"/>
    <p:sldId id="2147471869" r:id="rId46"/>
    <p:sldId id="2147471871" r:id="rId47"/>
    <p:sldId id="2147471872" r:id="rId48"/>
    <p:sldId id="2147471834" r:id="rId49"/>
    <p:sldId id="2147471837" r:id="rId50"/>
    <p:sldId id="2147471875" r:id="rId51"/>
    <p:sldId id="2147471874" r:id="rId52"/>
    <p:sldId id="2147471873" r:id="rId53"/>
  </p:sldIdLst>
  <p:sldSz cx="12192000" cy="6858000"/>
  <p:notesSz cx="6858000" cy="9144000"/>
  <p:custDataLst>
    <p:tags r:id="rId5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AA62E7-CC63-D207-C8E9-81F12E0F8FB2}" name="MILLER, Florian" initials="FM" userId="S::florian.miller@cgi.com::7557352b-418d-44f0-895d-2dcf5e67c0d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auvageau, Joannie" initials="SJ" lastIdx="0" clrIdx="0">
    <p:extLst>
      <p:ext uri="{19B8F6BF-5375-455C-9EA6-DF929625EA0E}">
        <p15:presenceInfo xmlns:p15="http://schemas.microsoft.com/office/powerpoint/2012/main" userId="S-1-5-21-3641078771-3653456904-245653651-1738683" providerId="AD"/>
      </p:ext>
    </p:extLst>
  </p:cmAuthor>
  <p:cmAuthor id="2" name="Karen G Sellers" initials="KGS" lastIdx="0" clrIdx="1">
    <p:extLst>
      <p:ext uri="{19B8F6BF-5375-455C-9EA6-DF929625EA0E}">
        <p15:presenceInfo xmlns:p15="http://schemas.microsoft.com/office/powerpoint/2012/main" userId="S-1-5-21-682003330-1383384898-1801674531-29202" providerId="AD"/>
      </p:ext>
    </p:extLst>
  </p:cmAuthor>
  <p:cmAuthor id="3" name="louise.trottier" initials="l" lastIdx="0" clrIdx="2">
    <p:extLst>
      <p:ext uri="{19B8F6BF-5375-455C-9EA6-DF929625EA0E}">
        <p15:presenceInfo xmlns:p15="http://schemas.microsoft.com/office/powerpoint/2012/main" userId="louise.trottier" providerId="None"/>
      </p:ext>
    </p:extLst>
  </p:cmAuthor>
  <p:cmAuthor id="4" name="Trottier, Louise" initials="TL" lastIdx="0" clrIdx="3">
    <p:extLst>
      <p:ext uri="{19B8F6BF-5375-455C-9EA6-DF929625EA0E}">
        <p15:presenceInfo xmlns:p15="http://schemas.microsoft.com/office/powerpoint/2012/main" userId="S-1-5-21-3641078771-3653456904-245653651-819061" providerId="AD"/>
      </p:ext>
    </p:extLst>
  </p:cmAuthor>
  <p:cmAuthor id="5" name="LOUIS, Marie" initials="LM" lastIdx="6" clrIdx="4">
    <p:extLst>
      <p:ext uri="{19B8F6BF-5375-455C-9EA6-DF929625EA0E}">
        <p15:presenceInfo xmlns:p15="http://schemas.microsoft.com/office/powerpoint/2012/main" userId="LOUIS, Marie" providerId="None"/>
      </p:ext>
    </p:extLst>
  </p:cmAuthor>
  <p:cmAuthor id="6" name="Wolff, Marylin" initials="WM" lastIdx="3" clrIdx="5">
    <p:extLst>
      <p:ext uri="{19B8F6BF-5375-455C-9EA6-DF929625EA0E}">
        <p15:presenceInfo xmlns:p15="http://schemas.microsoft.com/office/powerpoint/2012/main" userId="S-1-5-21-3641078771-3653456904-245653651-133047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B200"/>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79397" autoAdjust="0"/>
  </p:normalViewPr>
  <p:slideViewPr>
    <p:cSldViewPr snapToGrid="0">
      <p:cViewPr>
        <p:scale>
          <a:sx n="75" d="100"/>
          <a:sy n="75" d="100"/>
        </p:scale>
        <p:origin x="974" y="-168"/>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handoutMaster" Target="handoutMasters/handoutMaster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presProps" Target="presProps.xml"/><Relationship Id="rId5" Type="http://schemas.openxmlformats.org/officeDocument/2006/relationships/customXml" Target="../customXml/item5.xml"/><Relationship Id="rId61" Type="http://schemas.openxmlformats.org/officeDocument/2006/relationships/tableStyles" Target="tableStyles.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tags" Target="tags/tag1.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viewProps" Target="viewProp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notesMaster" Target="notesMasters/notesMaster1.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commentAuthors" Target="commentAuthors.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3.xml"/></Relationships>
</file>

<file path=ppt/comments/modernComment_7FFFD1E7_7B7465CA.xml><?xml version="1.0" encoding="utf-8"?>
<p188:cmLst xmlns:a="http://schemas.openxmlformats.org/drawingml/2006/main" xmlns:r="http://schemas.openxmlformats.org/officeDocument/2006/relationships" xmlns:p188="http://schemas.microsoft.com/office/powerpoint/2018/8/main">
  <p188:cm id="{6A59DE6A-C59E-43E1-8F3A-6C945C9E7B83}" authorId="{B6AA62E7-CC63-D207-C8E9-81F12E0F8FB2}" created="2026-03-27T07:40:06.073">
    <ac:deMkLst xmlns:ac="http://schemas.microsoft.com/office/drawing/2013/main/command">
      <pc:docMk xmlns:pc="http://schemas.microsoft.com/office/powerpoint/2013/main/command"/>
      <pc:sldMk xmlns:pc="http://schemas.microsoft.com/office/powerpoint/2013/main/command" cId="2071225802" sldId="2147471847"/>
      <ac:spMk id="27" creationId="{BC7D09B5-0E50-017C-A239-9AFF65D8B232}"/>
    </ac:deMkLst>
    <p188:replyLst>
      <p188:reply id="{AAAFC8B8-8EE9-4AEC-BAFF-FA237208BCCA}" authorId="{B6AA62E7-CC63-D207-C8E9-81F12E0F8FB2}" created="2026-03-27T09:03:09.670">
        <p188:txBody>
          <a:bodyPr/>
          <a:lstStyle/>
          <a:p>
            <a:r>
              <a:rPr lang="fr-FR"/>
              <a:t>Application = domaine + supprimer N Tier</a:t>
            </a:r>
          </a:p>
        </p188:txBody>
      </p188:reply>
      <p188:reply id="{B26095A3-1485-4C39-B5F1-DE7FA0FC5479}" authorId="{B6AA62E7-CC63-D207-C8E9-81F12E0F8FB2}" created="2026-03-27T09:21:20.994">
        <p188:txBody>
          <a:bodyPr/>
          <a:lstStyle/>
          <a:p>
            <a:r>
              <a:rPr lang="fr-FR"/>
              <a:t>Seulement  couches (présentation, domain logic ou business logic, et data access)</a:t>
            </a:r>
          </a:p>
        </p188:txBody>
      </p188:reply>
    </p188:replyLst>
    <p188:txBody>
      <a:bodyPr/>
      <a:lstStyle/>
      <a:p>
        <a:r>
          <a:rPr lang="fr-FR"/>
          <a:t>Faire le schéma en ajoutant quelques détails supplémentaires dans onion avec nom hexagonal et clean architecture</a:t>
        </a:r>
      </a:p>
    </p188:txBody>
  </p188:cm>
</p188:cmLst>
</file>

<file path=ppt/comments/modernComment_7FFFD1EC_C05431FE.xml><?xml version="1.0" encoding="utf-8"?>
<p188:cmLst xmlns:a="http://schemas.openxmlformats.org/drawingml/2006/main" xmlns:r="http://schemas.openxmlformats.org/officeDocument/2006/relationships" xmlns:p188="http://schemas.microsoft.com/office/powerpoint/2018/8/main">
  <p188:cm id="{42745722-B3D6-4A21-98CB-63F73BB50F59}" authorId="{B6AA62E7-CC63-D207-C8E9-81F12E0F8FB2}" created="2026-04-03T06:28:34.747">
    <ac:deMkLst xmlns:ac="http://schemas.microsoft.com/office/drawing/2013/main/command">
      <pc:docMk xmlns:pc="http://schemas.microsoft.com/office/powerpoint/2013/main/command"/>
      <pc:sldMk xmlns:pc="http://schemas.microsoft.com/office/powerpoint/2013/main/command" cId="3226743294" sldId="2147471852"/>
      <ac:spMk id="27" creationId="{2F53C52B-7836-B338-3E3F-0DD328CE85E8}"/>
    </ac:deMkLst>
    <p188:txBody>
      <a:bodyPr/>
      <a:lstStyle/>
      <a:p>
        <a:r>
          <a:rPr lang="fr-FR"/>
          <a:t>PRéciser dépendance</a:t>
        </a:r>
      </a:p>
    </p188:txBody>
  </p188:cm>
</p188:cmLst>
</file>

<file path=ppt/comments/modernComment_7FFFD1F2_54CCC37C.xml><?xml version="1.0" encoding="utf-8"?>
<p188:cmLst xmlns:a="http://schemas.openxmlformats.org/drawingml/2006/main" xmlns:r="http://schemas.openxmlformats.org/officeDocument/2006/relationships" xmlns:p188="http://schemas.microsoft.com/office/powerpoint/2018/8/main">
  <p188:cm id="{8531B3D1-BC11-488E-97CB-7B418F5884E6}" authorId="{B6AA62E7-CC63-D207-C8E9-81F12E0F8FB2}" created="2026-03-27T12:33:07.971">
    <ac:deMkLst xmlns:ac="http://schemas.microsoft.com/office/drawing/2013/main/command">
      <pc:docMk xmlns:pc="http://schemas.microsoft.com/office/powerpoint/2013/main/command"/>
      <pc:sldMk xmlns:pc="http://schemas.microsoft.com/office/powerpoint/2013/main/command" cId="1422705532" sldId="2147471858"/>
      <ac:spMk id="4" creationId="{9B7814CB-140C-FDDD-487B-3EE980EB62A6}"/>
    </ac:deMkLst>
    <p188:txBody>
      <a:bodyPr/>
      <a:lstStyle/>
      <a:p>
        <a:r>
          <a:rPr lang="fr-FR"/>
          <a:t>Ajouter quizz</a:t>
        </a:r>
      </a:p>
    </p188:txBody>
  </p188:cm>
</p188:cmLst>
</file>

<file path=ppt/comments/modernComment_7FFFD157_2C50AF3B.xml><?xml version="1.0" encoding="utf-8"?>
<p188:cmLst xmlns:a="http://schemas.openxmlformats.org/drawingml/2006/main" xmlns:r="http://schemas.openxmlformats.org/officeDocument/2006/relationships" xmlns:p188="http://schemas.microsoft.com/office/powerpoint/2018/8/main">
  <p188:cm id="{E5EAFBF7-6E26-453A-B475-79F98AB1495B}" authorId="{B6AA62E7-CC63-D207-C8E9-81F12E0F8FB2}" created="2026-03-27T12:32:45.402">
    <pc:sldMkLst xmlns:pc="http://schemas.microsoft.com/office/powerpoint/2013/main/command">
      <pc:docMk/>
      <pc:sldMk cId="743485243" sldId="2147471703"/>
    </pc:sldMkLst>
    <p188:txBody>
      <a:bodyPr/>
      <a:lstStyle/>
      <a:p>
        <a:r>
          <a:rPr lang="fr-FR"/>
          <a:t>Ajouter de l’intéraction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latin typeface="Arial"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3A2E8FD-2AFE-4B1E-9D19-015693014FEA}" type="datetimeFigureOut">
              <a:rPr lang="en-CA" smtClean="0">
                <a:latin typeface="Arial" pitchFamily="34" charset="0"/>
              </a:rPr>
              <a:t>2026-04-03</a:t>
            </a:fld>
            <a:endParaRPr lang="en-CA">
              <a:latin typeface="Arial"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latin typeface="Arial"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F3D0142-0A92-499C-9E53-36958F98D275}" type="slidenum">
              <a:rPr lang="en-CA" smtClean="0">
                <a:latin typeface="Arial" pitchFamily="34" charset="0"/>
              </a:rPr>
              <a:t>‹N°›</a:t>
            </a:fld>
            <a:endParaRPr lang="en-CA">
              <a:latin typeface="Arial" pitchFamily="34" charset="0"/>
            </a:endParaRPr>
          </a:p>
        </p:txBody>
      </p:sp>
    </p:spTree>
    <p:extLst>
      <p:ext uri="{BB962C8B-B14F-4D97-AF65-F5344CB8AC3E}">
        <p14:creationId xmlns:p14="http://schemas.microsoft.com/office/powerpoint/2010/main" val="98734600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itchFamily="34" charset="0"/>
              </a:defRPr>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itchFamily="34" charset="0"/>
              </a:defRPr>
            </a:lvl1pPr>
          </a:lstStyle>
          <a:p>
            <a:fld id="{B5D7A87D-1CDA-443F-BAE3-82C9C05446C3}" type="datetimeFigureOut">
              <a:rPr lang="en-CA" smtClean="0"/>
              <a:t>2026-04-03</a:t>
            </a:fld>
            <a:endParaRPr lang="en-CA"/>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a:lstStyle/>
          <a:p>
            <a:endParaRPr lang="fr-F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itchFamily="34" charset="0"/>
              </a:defRPr>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itchFamily="34" charset="0"/>
              </a:defRPr>
            </a:lvl1pPr>
          </a:lstStyle>
          <a:p>
            <a:fld id="{20B9C825-F38E-45BB-92C1-043DE61C9183}" type="slidenum">
              <a:rPr lang="en-CA" smtClean="0"/>
              <a:t>‹N°›</a:t>
            </a:fld>
            <a:endParaRPr lang="en-CA"/>
          </a:p>
        </p:txBody>
      </p:sp>
    </p:spTree>
    <p:extLst>
      <p:ext uri="{BB962C8B-B14F-4D97-AF65-F5344CB8AC3E}">
        <p14:creationId xmlns:p14="http://schemas.microsoft.com/office/powerpoint/2010/main" val="192272190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0B9C825-F38E-45BB-92C1-043DE61C9183}" type="slidenum">
              <a:rPr lang="en-CA" smtClean="0"/>
              <a:t>1</a:t>
            </a:fld>
            <a:endParaRPr lang="en-CA"/>
          </a:p>
        </p:txBody>
      </p:sp>
    </p:spTree>
    <p:extLst>
      <p:ext uri="{BB962C8B-B14F-4D97-AF65-F5344CB8AC3E}">
        <p14:creationId xmlns:p14="http://schemas.microsoft.com/office/powerpoint/2010/main" val="24205450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0B9C825-F38E-45BB-92C1-043DE61C9183}" type="slidenum">
              <a:rPr lang="en-CA" smtClean="0"/>
              <a:t>2</a:t>
            </a:fld>
            <a:endParaRPr lang="en-CA"/>
          </a:p>
        </p:txBody>
      </p:sp>
    </p:spTree>
    <p:extLst>
      <p:ext uri="{BB962C8B-B14F-4D97-AF65-F5344CB8AC3E}">
        <p14:creationId xmlns:p14="http://schemas.microsoft.com/office/powerpoint/2010/main" val="3559081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DEE20-58F4-4637-F772-01AAB16A837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67C0503-51EF-5172-8A75-B9A4C7B7A84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AB630EA-D99E-D9DC-75C7-9FCA66D9F31A}"/>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93709A66-59BD-51FC-D884-FD95A10B2A06}"/>
              </a:ext>
            </a:extLst>
          </p:cNvPr>
          <p:cNvSpPr>
            <a:spLocks noGrp="1"/>
          </p:cNvSpPr>
          <p:nvPr>
            <p:ph type="sldNum" sz="quarter" idx="5"/>
          </p:nvPr>
        </p:nvSpPr>
        <p:spPr/>
        <p:txBody>
          <a:bodyPr/>
          <a:lstStyle/>
          <a:p>
            <a:fld id="{20B9C825-F38E-45BB-92C1-043DE61C9183}" type="slidenum">
              <a:rPr lang="en-CA" smtClean="0"/>
              <a:t>3</a:t>
            </a:fld>
            <a:endParaRPr lang="en-CA"/>
          </a:p>
        </p:txBody>
      </p:sp>
    </p:spTree>
    <p:extLst>
      <p:ext uri="{BB962C8B-B14F-4D97-AF65-F5344CB8AC3E}">
        <p14:creationId xmlns:p14="http://schemas.microsoft.com/office/powerpoint/2010/main" val="35148994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A324A-4DD3-7C20-AA4E-39F2AD8F7F0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E03AF3B-85BC-BAC0-3966-87326DB1FC8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A699AC6-CEFE-6E6D-9455-17F3BC18D22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4977449-8638-0233-4028-1791B2685898}"/>
              </a:ext>
            </a:extLst>
          </p:cNvPr>
          <p:cNvSpPr>
            <a:spLocks noGrp="1"/>
          </p:cNvSpPr>
          <p:nvPr>
            <p:ph type="sldNum" sz="quarter" idx="5"/>
          </p:nvPr>
        </p:nvSpPr>
        <p:spPr/>
        <p:txBody>
          <a:bodyPr/>
          <a:lstStyle/>
          <a:p>
            <a:fld id="{20B9C825-F38E-45BB-92C1-043DE61C9183}" type="slidenum">
              <a:rPr lang="en-CA" smtClean="0"/>
              <a:t>4</a:t>
            </a:fld>
            <a:endParaRPr lang="en-CA"/>
          </a:p>
        </p:txBody>
      </p:sp>
    </p:spTree>
    <p:extLst>
      <p:ext uri="{BB962C8B-B14F-4D97-AF65-F5344CB8AC3E}">
        <p14:creationId xmlns:p14="http://schemas.microsoft.com/office/powerpoint/2010/main" val="636234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44DFC-5D6C-72F9-8964-940BFDBEF40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703DB65-4BC9-D624-0559-FB2C93D8532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B6F57A5-DEFD-BAC4-9F81-1FE87CE861BF}"/>
              </a:ext>
            </a:extLst>
          </p:cNvPr>
          <p:cNvSpPr>
            <a:spLocks noGrp="1"/>
          </p:cNvSpPr>
          <p:nvPr>
            <p:ph type="body" idx="1"/>
          </p:nvPr>
        </p:nvSpPr>
        <p:spPr/>
        <p:txBody>
          <a:bodyPr>
            <a:normAutofit/>
          </a:bodyPr>
          <a:lstStyle/>
          <a:p>
            <a:pPr marL="0" indent="0" defTabSz="990752">
              <a:buFont typeface="Calibri"/>
              <a:buNone/>
              <a:defRPr/>
            </a:pPr>
            <a:r>
              <a:rPr lang="fr-FR" dirty="0"/>
              <a:t>https://itnext.io/comparison-between-layered-architecture-n-tier-architecture-and-onion-architecture-293b81fcf7c6</a:t>
            </a:r>
          </a:p>
        </p:txBody>
      </p:sp>
      <p:sp>
        <p:nvSpPr>
          <p:cNvPr id="4" name="Espace réservé du numéro de diapositive 3">
            <a:extLst>
              <a:ext uri="{FF2B5EF4-FFF2-40B4-BE49-F238E27FC236}">
                <a16:creationId xmlns:a16="http://schemas.microsoft.com/office/drawing/2014/main" id="{A6EACC2C-852E-6271-A566-3AFC0363E8D6}"/>
              </a:ext>
            </a:extLst>
          </p:cNvPr>
          <p:cNvSpPr>
            <a:spLocks noGrp="1"/>
          </p:cNvSpPr>
          <p:nvPr>
            <p:ph type="sldNum" sz="quarter" idx="5"/>
          </p:nvPr>
        </p:nvSpPr>
        <p:spPr/>
        <p:txBody>
          <a:bodyPr/>
          <a:lstStyle/>
          <a:p>
            <a:fld id="{20B9C825-F38E-45BB-92C1-043DE61C9183}" type="slidenum">
              <a:rPr lang="en-CA" smtClean="0"/>
              <a:t>5</a:t>
            </a:fld>
            <a:endParaRPr lang="en-CA"/>
          </a:p>
        </p:txBody>
      </p:sp>
    </p:spTree>
    <p:extLst>
      <p:ext uri="{BB962C8B-B14F-4D97-AF65-F5344CB8AC3E}">
        <p14:creationId xmlns:p14="http://schemas.microsoft.com/office/powerpoint/2010/main" val="2946892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45DBD-EC6C-95FD-57BE-E104F7CA52D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5ED32BD-3430-FFDD-28CA-1E228EC97A0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F4F5F0E-D958-1844-FE18-034BB7D68E28}"/>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B2FFD01D-E9AF-ACF4-39EA-7C0560C51A91}"/>
              </a:ext>
            </a:extLst>
          </p:cNvPr>
          <p:cNvSpPr>
            <a:spLocks noGrp="1"/>
          </p:cNvSpPr>
          <p:nvPr>
            <p:ph type="sldNum" sz="quarter" idx="5"/>
          </p:nvPr>
        </p:nvSpPr>
        <p:spPr/>
        <p:txBody>
          <a:bodyPr/>
          <a:lstStyle/>
          <a:p>
            <a:fld id="{20B9C825-F38E-45BB-92C1-043DE61C9183}" type="slidenum">
              <a:rPr lang="en-CA" smtClean="0"/>
              <a:t>6</a:t>
            </a:fld>
            <a:endParaRPr lang="en-CA"/>
          </a:p>
        </p:txBody>
      </p:sp>
    </p:spTree>
    <p:extLst>
      <p:ext uri="{BB962C8B-B14F-4D97-AF65-F5344CB8AC3E}">
        <p14:creationId xmlns:p14="http://schemas.microsoft.com/office/powerpoint/2010/main" val="5503551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CDB70-E7FB-F54D-4085-467631F5E78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8BBAA50-2176-2200-8E1E-1600E0C3FD01}"/>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8C2D0D9-91E6-1B2A-26B3-2F04E051D923}"/>
              </a:ext>
            </a:extLst>
          </p:cNvPr>
          <p:cNvSpPr>
            <a:spLocks noGrp="1"/>
          </p:cNvSpPr>
          <p:nvPr>
            <p:ph type="body" idx="1"/>
          </p:nvPr>
        </p:nvSpPr>
        <p:spPr/>
        <p:txBody>
          <a:bodyPr>
            <a:normAutofit/>
          </a:bodyPr>
          <a:lstStyle/>
          <a:p>
            <a:pPr marL="0" indent="0" defTabSz="990752">
              <a:buFont typeface="Calibri"/>
              <a:buNone/>
              <a:defRPr/>
            </a:pPr>
            <a:r>
              <a:rPr lang="fr-FR" dirty="0"/>
              <a:t>Orchestration = aiguillage / redirection vers les services responsables</a:t>
            </a:r>
          </a:p>
        </p:txBody>
      </p:sp>
      <p:sp>
        <p:nvSpPr>
          <p:cNvPr id="4" name="Espace réservé du numéro de diapositive 3">
            <a:extLst>
              <a:ext uri="{FF2B5EF4-FFF2-40B4-BE49-F238E27FC236}">
                <a16:creationId xmlns:a16="http://schemas.microsoft.com/office/drawing/2014/main" id="{7BF6B728-FC07-95D4-3369-E13DA31CF15D}"/>
              </a:ext>
            </a:extLst>
          </p:cNvPr>
          <p:cNvSpPr>
            <a:spLocks noGrp="1"/>
          </p:cNvSpPr>
          <p:nvPr>
            <p:ph type="sldNum" sz="quarter" idx="5"/>
          </p:nvPr>
        </p:nvSpPr>
        <p:spPr/>
        <p:txBody>
          <a:bodyPr/>
          <a:lstStyle/>
          <a:p>
            <a:fld id="{20B9C825-F38E-45BB-92C1-043DE61C9183}" type="slidenum">
              <a:rPr lang="en-CA" smtClean="0"/>
              <a:t>7</a:t>
            </a:fld>
            <a:endParaRPr lang="en-CA"/>
          </a:p>
        </p:txBody>
      </p:sp>
    </p:spTree>
    <p:extLst>
      <p:ext uri="{BB962C8B-B14F-4D97-AF65-F5344CB8AC3E}">
        <p14:creationId xmlns:p14="http://schemas.microsoft.com/office/powerpoint/2010/main" val="40016111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E5B9D-9901-DC3D-94FC-C84D750BDF6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E93B990-BED6-48C2-93A8-7CFF4FCAC92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84D9F10-5C75-E22C-5CA6-B76AC963FD6E}"/>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97AC68ED-A176-ED50-28D7-14A18ECEE365}"/>
              </a:ext>
            </a:extLst>
          </p:cNvPr>
          <p:cNvSpPr>
            <a:spLocks noGrp="1"/>
          </p:cNvSpPr>
          <p:nvPr>
            <p:ph type="sldNum" sz="quarter" idx="5"/>
          </p:nvPr>
        </p:nvSpPr>
        <p:spPr/>
        <p:txBody>
          <a:bodyPr/>
          <a:lstStyle/>
          <a:p>
            <a:fld id="{20B9C825-F38E-45BB-92C1-043DE61C9183}" type="slidenum">
              <a:rPr lang="en-CA" smtClean="0"/>
              <a:t>8</a:t>
            </a:fld>
            <a:endParaRPr lang="en-CA"/>
          </a:p>
        </p:txBody>
      </p:sp>
    </p:spTree>
    <p:extLst>
      <p:ext uri="{BB962C8B-B14F-4D97-AF65-F5344CB8AC3E}">
        <p14:creationId xmlns:p14="http://schemas.microsoft.com/office/powerpoint/2010/main" val="1477251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7DCE3-C5B2-D7BF-8205-D8C3C4BAE14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FD1933C-92EC-D077-2201-E9735152218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FA30DAE-3026-3F30-031F-86E9C8752FEF}"/>
              </a:ext>
            </a:extLst>
          </p:cNvPr>
          <p:cNvSpPr>
            <a:spLocks noGrp="1"/>
          </p:cNvSpPr>
          <p:nvPr>
            <p:ph type="body" idx="1"/>
          </p:nvPr>
        </p:nvSpPr>
        <p:spPr/>
        <p:txBody>
          <a:bodyPr>
            <a:normAutofit/>
          </a:bodyPr>
          <a:lstStyle/>
          <a:p>
            <a:pPr marL="0" indent="0" defTabSz="990752">
              <a:buFont typeface="Calibri"/>
              <a:buNone/>
              <a:defRPr/>
            </a:pPr>
            <a:r>
              <a:rPr lang="fr-FR" dirty="0"/>
              <a:t>Model = entité métier (objet </a:t>
            </a:r>
            <a:r>
              <a:rPr lang="fr-FR" dirty="0" err="1"/>
              <a:t>School</a:t>
            </a:r>
            <a:r>
              <a:rPr lang="fr-FR" dirty="0"/>
              <a:t>, </a:t>
            </a:r>
            <a:r>
              <a:rPr lang="fr-FR" dirty="0" err="1"/>
              <a:t>Student</a:t>
            </a:r>
            <a:r>
              <a:rPr lang="fr-FR" dirty="0"/>
              <a:t>)</a:t>
            </a:r>
          </a:p>
        </p:txBody>
      </p:sp>
      <p:sp>
        <p:nvSpPr>
          <p:cNvPr id="4" name="Espace réservé du numéro de diapositive 3">
            <a:extLst>
              <a:ext uri="{FF2B5EF4-FFF2-40B4-BE49-F238E27FC236}">
                <a16:creationId xmlns:a16="http://schemas.microsoft.com/office/drawing/2014/main" id="{CEED5F26-83FA-1F83-6071-DED2715C5FC4}"/>
              </a:ext>
            </a:extLst>
          </p:cNvPr>
          <p:cNvSpPr>
            <a:spLocks noGrp="1"/>
          </p:cNvSpPr>
          <p:nvPr>
            <p:ph type="sldNum" sz="quarter" idx="5"/>
          </p:nvPr>
        </p:nvSpPr>
        <p:spPr/>
        <p:txBody>
          <a:bodyPr/>
          <a:lstStyle/>
          <a:p>
            <a:fld id="{20B9C825-F38E-45BB-92C1-043DE61C9183}" type="slidenum">
              <a:rPr lang="en-CA" smtClean="0"/>
              <a:t>9</a:t>
            </a:fld>
            <a:endParaRPr lang="en-CA"/>
          </a:p>
        </p:txBody>
      </p:sp>
    </p:spTree>
    <p:extLst>
      <p:ext uri="{BB962C8B-B14F-4D97-AF65-F5344CB8AC3E}">
        <p14:creationId xmlns:p14="http://schemas.microsoft.com/office/powerpoint/2010/main" val="24511131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275F8-5003-0007-827C-8D0A78FC936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7D9CE12-060F-F487-6DEA-32BD4C0046E9}"/>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DEB672E3-A93D-7817-AE39-9FF56F72912B}"/>
              </a:ext>
            </a:extLst>
          </p:cNvPr>
          <p:cNvSpPr>
            <a:spLocks noGrp="1"/>
          </p:cNvSpPr>
          <p:nvPr>
            <p:ph type="body" idx="1"/>
          </p:nvPr>
        </p:nvSpPr>
        <p:spPr/>
        <p:txBody>
          <a:bodyPr>
            <a:normAutofit/>
          </a:bodyPr>
          <a:lstStyle/>
          <a:p>
            <a:pPr marL="285750" indent="-285750" fontAlgn="base">
              <a:buFont typeface="Arial" panose="020B0604020202020204" pitchFamily="34" charset="0"/>
              <a:buChar char="•"/>
            </a:pPr>
            <a:endParaRPr lang="fr-FR" dirty="0"/>
          </a:p>
        </p:txBody>
      </p:sp>
      <p:sp>
        <p:nvSpPr>
          <p:cNvPr id="4" name="Espace réservé du numéro de diapositive 3">
            <a:extLst>
              <a:ext uri="{FF2B5EF4-FFF2-40B4-BE49-F238E27FC236}">
                <a16:creationId xmlns:a16="http://schemas.microsoft.com/office/drawing/2014/main" id="{0994968E-579F-AD23-922D-9A511260DACF}"/>
              </a:ext>
            </a:extLst>
          </p:cNvPr>
          <p:cNvSpPr>
            <a:spLocks noGrp="1"/>
          </p:cNvSpPr>
          <p:nvPr>
            <p:ph type="sldNum" sz="quarter" idx="5"/>
          </p:nvPr>
        </p:nvSpPr>
        <p:spPr/>
        <p:txBody>
          <a:bodyPr/>
          <a:lstStyle/>
          <a:p>
            <a:fld id="{20B9C825-F38E-45BB-92C1-043DE61C9183}" type="slidenum">
              <a:rPr lang="en-CA" smtClean="0"/>
              <a:t>10</a:t>
            </a:fld>
            <a:endParaRPr lang="en-CA"/>
          </a:p>
        </p:txBody>
      </p:sp>
    </p:spTree>
    <p:extLst>
      <p:ext uri="{BB962C8B-B14F-4D97-AF65-F5344CB8AC3E}">
        <p14:creationId xmlns:p14="http://schemas.microsoft.com/office/powerpoint/2010/main" val="12844620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8BE21-2D6E-14D2-A386-B31C0C98678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752D24-8B38-4C13-CAFF-98ECD3D3705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C6F2A2D2-2CF7-4542-BE96-2B4766386395}"/>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FB19C28-DBE1-801B-2E3A-0A9BB92B2B34}"/>
              </a:ext>
            </a:extLst>
          </p:cNvPr>
          <p:cNvSpPr>
            <a:spLocks noGrp="1"/>
          </p:cNvSpPr>
          <p:nvPr>
            <p:ph type="sldNum" sz="quarter" idx="5"/>
          </p:nvPr>
        </p:nvSpPr>
        <p:spPr/>
        <p:txBody>
          <a:bodyPr/>
          <a:lstStyle/>
          <a:p>
            <a:fld id="{20B9C825-F38E-45BB-92C1-043DE61C9183}" type="slidenum">
              <a:rPr lang="en-CA" smtClean="0"/>
              <a:t>11</a:t>
            </a:fld>
            <a:endParaRPr lang="en-CA"/>
          </a:p>
        </p:txBody>
      </p:sp>
    </p:spTree>
    <p:extLst>
      <p:ext uri="{BB962C8B-B14F-4D97-AF65-F5344CB8AC3E}">
        <p14:creationId xmlns:p14="http://schemas.microsoft.com/office/powerpoint/2010/main" val="18349514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95982-FB47-70BC-57C8-41B6CE2EF25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92F01F2-5971-9AB7-D358-3977F4817C1C}"/>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4836C46-9E12-3436-95C2-4334A504C0ED}"/>
              </a:ext>
            </a:extLst>
          </p:cNvPr>
          <p:cNvSpPr>
            <a:spLocks noGrp="1"/>
          </p:cNvSpPr>
          <p:nvPr>
            <p:ph type="body" idx="1"/>
          </p:nvPr>
        </p:nvSpPr>
        <p:spPr/>
        <p:txBody>
          <a:bodyPr>
            <a:normAutofit/>
          </a:bodyPr>
          <a:lstStyle/>
          <a:p>
            <a:pPr marL="285750" indent="-285750">
              <a:lnSpc>
                <a:spcPct val="150000"/>
              </a:lnSpc>
              <a:buFont typeface="Arial" panose="020B0604020202020204" pitchFamily="34" charset="0"/>
              <a:buChar char="•"/>
            </a:pPr>
            <a:r>
              <a:rPr lang="fr-FR" sz="1200" b="1" noProof="0" dirty="0"/>
              <a:t>Comprendre le comportement de l’application</a:t>
            </a:r>
          </a:p>
          <a:p>
            <a:pPr marL="742950" lvl="1" indent="-285750">
              <a:lnSpc>
                <a:spcPct val="150000"/>
              </a:lnSpc>
              <a:buFont typeface="Arial" panose="020B0604020202020204" pitchFamily="34" charset="0"/>
              <a:buChar char="•"/>
            </a:pPr>
            <a:r>
              <a:rPr lang="fr-FR" sz="1200" noProof="0" dirty="0"/>
              <a:t>Liste des appels successifs</a:t>
            </a:r>
          </a:p>
          <a:p>
            <a:pPr marL="285750" indent="-285750">
              <a:lnSpc>
                <a:spcPct val="150000"/>
              </a:lnSpc>
              <a:buFont typeface="Arial" panose="020B0604020202020204" pitchFamily="34" charset="0"/>
              <a:buChar char="•"/>
            </a:pPr>
            <a:r>
              <a:rPr lang="fr-FR" sz="1200" b="1" noProof="0" dirty="0"/>
              <a:t>Diagnostiquer rapidement les erreurs en production</a:t>
            </a:r>
          </a:p>
          <a:p>
            <a:pPr marL="742950" lvl="1" indent="-285750">
              <a:lnSpc>
                <a:spcPct val="150000"/>
              </a:lnSpc>
              <a:buFont typeface="Arial" panose="020B0604020202020204" pitchFamily="34" charset="0"/>
              <a:buChar char="•"/>
            </a:pPr>
            <a:r>
              <a:rPr lang="fr-FR" sz="1200" noProof="0" dirty="0" err="1"/>
              <a:t>Logging</a:t>
            </a:r>
            <a:r>
              <a:rPr lang="fr-FR" sz="1200" noProof="0" dirty="0"/>
              <a:t> de l’exception, déroulement du scénario</a:t>
            </a:r>
          </a:p>
          <a:p>
            <a:pPr marL="285750" indent="-285750">
              <a:lnSpc>
                <a:spcPct val="150000"/>
              </a:lnSpc>
              <a:buFont typeface="Arial" panose="020B0604020202020204" pitchFamily="34" charset="0"/>
              <a:buChar char="•"/>
            </a:pPr>
            <a:r>
              <a:rPr lang="fr-FR" sz="1200" b="1" noProof="0" dirty="0"/>
              <a:t>Aider au support et à l’analyse d’incidents</a:t>
            </a:r>
          </a:p>
          <a:p>
            <a:pPr marL="285750" indent="-285750">
              <a:lnSpc>
                <a:spcPct val="150000"/>
              </a:lnSpc>
              <a:buFont typeface="Arial" panose="020B0604020202020204" pitchFamily="34" charset="0"/>
              <a:buChar char="•"/>
            </a:pPr>
            <a:r>
              <a:rPr lang="fr-FR" sz="1200" b="1" noProof="0" dirty="0"/>
              <a:t>Avoir une traçabilité des actions métiers</a:t>
            </a:r>
          </a:p>
          <a:p>
            <a:pPr marL="742950" lvl="1" indent="-285750">
              <a:lnSpc>
                <a:spcPct val="150000"/>
              </a:lnSpc>
              <a:buFont typeface="Arial" panose="020B0604020202020204" pitchFamily="34" charset="0"/>
              <a:buChar char="•"/>
            </a:pPr>
            <a:r>
              <a:rPr lang="fr-FR" sz="1200" noProof="0" dirty="0"/>
              <a:t>Construction de statistiques, volumétrie, etc. </a:t>
            </a:r>
          </a:p>
          <a:p>
            <a:pPr marL="285750" indent="-285750">
              <a:lnSpc>
                <a:spcPct val="150000"/>
              </a:lnSpc>
              <a:buFont typeface="Arial" panose="020B0604020202020204" pitchFamily="34" charset="0"/>
              <a:buChar char="•"/>
            </a:pPr>
            <a:r>
              <a:rPr lang="fr-FR" sz="1200" b="1" noProof="0" dirty="0"/>
              <a:t>Fournir des preuves techniques</a:t>
            </a:r>
          </a:p>
          <a:p>
            <a:pPr marL="742950" lvl="1" indent="-285750">
              <a:lnSpc>
                <a:spcPct val="150000"/>
              </a:lnSpc>
              <a:buFont typeface="Arial" panose="020B0604020202020204" pitchFamily="34" charset="0"/>
              <a:buChar char="•"/>
            </a:pPr>
            <a:r>
              <a:rPr lang="fr-FR" sz="1200" noProof="0" dirty="0"/>
              <a:t>Audit, conformité, collaboration avec d’autres équipes</a:t>
            </a:r>
          </a:p>
          <a:p>
            <a:pPr marL="742950" lvl="1" indent="-285750">
              <a:lnSpc>
                <a:spcPct val="150000"/>
              </a:lnSpc>
              <a:buFont typeface="Arial" panose="020B0604020202020204" pitchFamily="34" charset="0"/>
              <a:buChar char="•"/>
            </a:pPr>
            <a:endParaRPr lang="fr-FR" sz="1200" noProof="0" dirty="0"/>
          </a:p>
        </p:txBody>
      </p:sp>
      <p:sp>
        <p:nvSpPr>
          <p:cNvPr id="4" name="Espace réservé du numéro de diapositive 3">
            <a:extLst>
              <a:ext uri="{FF2B5EF4-FFF2-40B4-BE49-F238E27FC236}">
                <a16:creationId xmlns:a16="http://schemas.microsoft.com/office/drawing/2014/main" id="{F2F66DDF-73D8-57DE-B92C-E7AAFA812477}"/>
              </a:ext>
            </a:extLst>
          </p:cNvPr>
          <p:cNvSpPr>
            <a:spLocks noGrp="1"/>
          </p:cNvSpPr>
          <p:nvPr>
            <p:ph type="sldNum" sz="quarter" idx="5"/>
          </p:nvPr>
        </p:nvSpPr>
        <p:spPr/>
        <p:txBody>
          <a:bodyPr/>
          <a:lstStyle/>
          <a:p>
            <a:fld id="{20B9C825-F38E-45BB-92C1-043DE61C9183}" type="slidenum">
              <a:rPr lang="en-CA" smtClean="0"/>
              <a:t>12</a:t>
            </a:fld>
            <a:endParaRPr lang="en-CA"/>
          </a:p>
        </p:txBody>
      </p:sp>
    </p:spTree>
    <p:extLst>
      <p:ext uri="{BB962C8B-B14F-4D97-AF65-F5344CB8AC3E}">
        <p14:creationId xmlns:p14="http://schemas.microsoft.com/office/powerpoint/2010/main" val="21430715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71179-2D1F-93B9-7FE7-C4B9491D189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8D672A3-A49D-D054-2F27-F3838C25840A}"/>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EE0BACA5-916C-15F9-314D-A698DA49CDFB}"/>
              </a:ext>
            </a:extLst>
          </p:cNvPr>
          <p:cNvSpPr>
            <a:spLocks noGrp="1"/>
          </p:cNvSpPr>
          <p:nvPr>
            <p:ph type="body" idx="1"/>
          </p:nvPr>
        </p:nvSpPr>
        <p:spPr/>
        <p:txBody>
          <a:bodyPr>
            <a:normAutofit/>
          </a:bodyPr>
          <a:lstStyle/>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sz="1200" noProof="0" dirty="0"/>
              <a:t>On peut retrouver d’autres nom mais l’idée reste la même.</a:t>
            </a:r>
          </a:p>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C948B163-1DA1-A416-5DD6-8D8D82EDD4D7}"/>
              </a:ext>
            </a:extLst>
          </p:cNvPr>
          <p:cNvSpPr>
            <a:spLocks noGrp="1"/>
          </p:cNvSpPr>
          <p:nvPr>
            <p:ph type="sldNum" sz="quarter" idx="5"/>
          </p:nvPr>
        </p:nvSpPr>
        <p:spPr/>
        <p:txBody>
          <a:bodyPr/>
          <a:lstStyle/>
          <a:p>
            <a:fld id="{20B9C825-F38E-45BB-92C1-043DE61C9183}" type="slidenum">
              <a:rPr lang="en-CA" smtClean="0"/>
              <a:t>13</a:t>
            </a:fld>
            <a:endParaRPr lang="en-CA"/>
          </a:p>
        </p:txBody>
      </p:sp>
    </p:spTree>
    <p:extLst>
      <p:ext uri="{BB962C8B-B14F-4D97-AF65-F5344CB8AC3E}">
        <p14:creationId xmlns:p14="http://schemas.microsoft.com/office/powerpoint/2010/main" val="18410038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1EB62-8B89-AAD5-CD62-496756599C7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F767CFB-99D6-7C39-2976-1C8EC799805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5978A6A-B628-72A1-E712-B9345EBCA93D}"/>
              </a:ext>
            </a:extLst>
          </p:cNvPr>
          <p:cNvSpPr>
            <a:spLocks noGrp="1"/>
          </p:cNvSpPr>
          <p:nvPr>
            <p:ph type="body" idx="1"/>
          </p:nvPr>
        </p:nvSpPr>
        <p:spPr/>
        <p:txBody>
          <a:bodyPr>
            <a:normAutofit/>
          </a:bodyPr>
          <a:lstStyle/>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sz="1200" noProof="0" dirty="0"/>
              <a:t>Comprendre le comportement de l’application (fonctionnel et technique / ordre des appels)</a:t>
            </a:r>
          </a:p>
          <a:p>
            <a:pPr marL="0" indent="0" defTabSz="990752">
              <a:buFont typeface="Calibri"/>
              <a:buNone/>
              <a:defRPr/>
            </a:pPr>
            <a:r>
              <a:rPr lang="fr-FR" dirty="0"/>
              <a:t>On retrouve les dépendance </a:t>
            </a:r>
            <a:r>
              <a:rPr lang="fr-FR"/>
              <a:t>Maven slf4j </a:t>
            </a:r>
            <a:r>
              <a:rPr lang="fr-FR" dirty="0"/>
              <a:t>et </a:t>
            </a:r>
            <a:r>
              <a:rPr lang="fr-FR" dirty="0" err="1"/>
              <a:t>logback</a:t>
            </a:r>
            <a:r>
              <a:rPr lang="fr-FR" dirty="0"/>
              <a:t> (provider pour slf4j)</a:t>
            </a:r>
          </a:p>
        </p:txBody>
      </p:sp>
      <p:sp>
        <p:nvSpPr>
          <p:cNvPr id="4" name="Espace réservé du numéro de diapositive 3">
            <a:extLst>
              <a:ext uri="{FF2B5EF4-FFF2-40B4-BE49-F238E27FC236}">
                <a16:creationId xmlns:a16="http://schemas.microsoft.com/office/drawing/2014/main" id="{10866C0E-7B62-D857-69FF-D247346BBD99}"/>
              </a:ext>
            </a:extLst>
          </p:cNvPr>
          <p:cNvSpPr>
            <a:spLocks noGrp="1"/>
          </p:cNvSpPr>
          <p:nvPr>
            <p:ph type="sldNum" sz="quarter" idx="5"/>
          </p:nvPr>
        </p:nvSpPr>
        <p:spPr/>
        <p:txBody>
          <a:bodyPr/>
          <a:lstStyle/>
          <a:p>
            <a:fld id="{20B9C825-F38E-45BB-92C1-043DE61C9183}" type="slidenum">
              <a:rPr lang="en-CA" smtClean="0"/>
              <a:t>14</a:t>
            </a:fld>
            <a:endParaRPr lang="en-CA"/>
          </a:p>
        </p:txBody>
      </p:sp>
    </p:spTree>
    <p:extLst>
      <p:ext uri="{BB962C8B-B14F-4D97-AF65-F5344CB8AC3E}">
        <p14:creationId xmlns:p14="http://schemas.microsoft.com/office/powerpoint/2010/main" val="6967650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78B02-3D56-EC36-E3A3-CE8C3152AE2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3DD75C8-6656-C070-A10E-BDD1BB27DB8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3978B5A-D428-9B7C-3237-26BB153366FD}"/>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D0A4C701-C8E4-4D1A-AE84-4F5097FCE5AA}"/>
              </a:ext>
            </a:extLst>
          </p:cNvPr>
          <p:cNvSpPr>
            <a:spLocks noGrp="1"/>
          </p:cNvSpPr>
          <p:nvPr>
            <p:ph type="sldNum" sz="quarter" idx="5"/>
          </p:nvPr>
        </p:nvSpPr>
        <p:spPr/>
        <p:txBody>
          <a:bodyPr/>
          <a:lstStyle/>
          <a:p>
            <a:fld id="{20B9C825-F38E-45BB-92C1-043DE61C9183}" type="slidenum">
              <a:rPr lang="en-CA" smtClean="0"/>
              <a:t>15</a:t>
            </a:fld>
            <a:endParaRPr lang="en-CA"/>
          </a:p>
        </p:txBody>
      </p:sp>
    </p:spTree>
    <p:extLst>
      <p:ext uri="{BB962C8B-B14F-4D97-AF65-F5344CB8AC3E}">
        <p14:creationId xmlns:p14="http://schemas.microsoft.com/office/powerpoint/2010/main" val="1691472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0F115-C503-E6AB-BDD9-CDF20D0D268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0D5F9B0-9C0D-812F-1BCB-21D5E6BAD7DD}"/>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DCEA6D5-F51E-3293-2CFD-14D3D079218C}"/>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E351DC2C-8307-28C6-3CBC-3001C8A4892F}"/>
              </a:ext>
            </a:extLst>
          </p:cNvPr>
          <p:cNvSpPr>
            <a:spLocks noGrp="1"/>
          </p:cNvSpPr>
          <p:nvPr>
            <p:ph type="sldNum" sz="quarter" idx="5"/>
          </p:nvPr>
        </p:nvSpPr>
        <p:spPr/>
        <p:txBody>
          <a:bodyPr/>
          <a:lstStyle/>
          <a:p>
            <a:fld id="{20B9C825-F38E-45BB-92C1-043DE61C9183}" type="slidenum">
              <a:rPr lang="en-CA" smtClean="0"/>
              <a:t>16</a:t>
            </a:fld>
            <a:endParaRPr lang="en-CA"/>
          </a:p>
        </p:txBody>
      </p:sp>
    </p:spTree>
    <p:extLst>
      <p:ext uri="{BB962C8B-B14F-4D97-AF65-F5344CB8AC3E}">
        <p14:creationId xmlns:p14="http://schemas.microsoft.com/office/powerpoint/2010/main" val="42265786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62709-D787-CEB9-506F-209E14CC7F1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07704B8-FF92-126F-8D43-035A5122619C}"/>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FF299BF-DB7F-841A-0330-C4C2E96B39F5}"/>
              </a:ext>
            </a:extLst>
          </p:cNvPr>
          <p:cNvSpPr>
            <a:spLocks noGrp="1"/>
          </p:cNvSpPr>
          <p:nvPr>
            <p:ph type="body" idx="1"/>
          </p:nvPr>
        </p:nvSpPr>
        <p:spPr/>
        <p:txBody>
          <a:bodyPr>
            <a:normAutofit/>
          </a:bodyPr>
          <a:lstStyle/>
          <a:p>
            <a:pPr marL="285750" indent="-285750" fontAlgn="base">
              <a:buFont typeface="Arial" panose="020B0604020202020204" pitchFamily="34" charset="0"/>
              <a:buChar char="•"/>
            </a:pPr>
            <a:endParaRPr lang="fr-FR" dirty="0"/>
          </a:p>
        </p:txBody>
      </p:sp>
      <p:sp>
        <p:nvSpPr>
          <p:cNvPr id="4" name="Espace réservé du numéro de diapositive 3">
            <a:extLst>
              <a:ext uri="{FF2B5EF4-FFF2-40B4-BE49-F238E27FC236}">
                <a16:creationId xmlns:a16="http://schemas.microsoft.com/office/drawing/2014/main" id="{F134EDE3-D086-3D94-565B-2B7F3A054D25}"/>
              </a:ext>
            </a:extLst>
          </p:cNvPr>
          <p:cNvSpPr>
            <a:spLocks noGrp="1"/>
          </p:cNvSpPr>
          <p:nvPr>
            <p:ph type="sldNum" sz="quarter" idx="5"/>
          </p:nvPr>
        </p:nvSpPr>
        <p:spPr/>
        <p:txBody>
          <a:bodyPr/>
          <a:lstStyle/>
          <a:p>
            <a:fld id="{20B9C825-F38E-45BB-92C1-043DE61C9183}" type="slidenum">
              <a:rPr lang="en-CA" smtClean="0"/>
              <a:t>17</a:t>
            </a:fld>
            <a:endParaRPr lang="en-CA"/>
          </a:p>
        </p:txBody>
      </p:sp>
    </p:spTree>
    <p:extLst>
      <p:ext uri="{BB962C8B-B14F-4D97-AF65-F5344CB8AC3E}">
        <p14:creationId xmlns:p14="http://schemas.microsoft.com/office/powerpoint/2010/main" val="31582356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8C7AF-5B19-218A-E0C7-7D7C9CEA23A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F491DD7-F2D1-D419-DC32-F4A505233AA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07F6081-ED86-7F0C-D931-D0EE63B7EFC5}"/>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E4986A3-BDB6-3758-A8C8-2B8CACA52245}"/>
              </a:ext>
            </a:extLst>
          </p:cNvPr>
          <p:cNvSpPr>
            <a:spLocks noGrp="1"/>
          </p:cNvSpPr>
          <p:nvPr>
            <p:ph type="sldNum" sz="quarter" idx="5"/>
          </p:nvPr>
        </p:nvSpPr>
        <p:spPr/>
        <p:txBody>
          <a:bodyPr/>
          <a:lstStyle/>
          <a:p>
            <a:fld id="{20B9C825-F38E-45BB-92C1-043DE61C9183}" type="slidenum">
              <a:rPr lang="en-CA" smtClean="0"/>
              <a:t>18</a:t>
            </a:fld>
            <a:endParaRPr lang="en-CA"/>
          </a:p>
        </p:txBody>
      </p:sp>
    </p:spTree>
    <p:extLst>
      <p:ext uri="{BB962C8B-B14F-4D97-AF65-F5344CB8AC3E}">
        <p14:creationId xmlns:p14="http://schemas.microsoft.com/office/powerpoint/2010/main" val="16754349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6FF5B-7EE3-A77B-AA2F-02667134149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62BCAA4-7FC6-1DDB-BBCD-C7766796BDAA}"/>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FE6AE75-8217-2090-595D-7872BCF1CE8B}"/>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C041F16C-4550-9FC4-2554-36AC2848D39A}"/>
              </a:ext>
            </a:extLst>
          </p:cNvPr>
          <p:cNvSpPr>
            <a:spLocks noGrp="1"/>
          </p:cNvSpPr>
          <p:nvPr>
            <p:ph type="sldNum" sz="quarter" idx="5"/>
          </p:nvPr>
        </p:nvSpPr>
        <p:spPr/>
        <p:txBody>
          <a:bodyPr/>
          <a:lstStyle/>
          <a:p>
            <a:fld id="{20B9C825-F38E-45BB-92C1-043DE61C9183}" type="slidenum">
              <a:rPr lang="en-CA" smtClean="0"/>
              <a:t>19</a:t>
            </a:fld>
            <a:endParaRPr lang="en-CA"/>
          </a:p>
        </p:txBody>
      </p:sp>
    </p:spTree>
    <p:extLst>
      <p:ext uri="{BB962C8B-B14F-4D97-AF65-F5344CB8AC3E}">
        <p14:creationId xmlns:p14="http://schemas.microsoft.com/office/powerpoint/2010/main" val="42839285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B01CD-C2A7-0F43-5C83-2287B7F923C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3D80AB5-A6C7-91F1-0E1F-AD3DDEA9797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5E6AEE3-75AC-DF6B-EC68-774D29EF77DD}"/>
              </a:ext>
            </a:extLst>
          </p:cNvPr>
          <p:cNvSpPr>
            <a:spLocks noGrp="1"/>
          </p:cNvSpPr>
          <p:nvPr>
            <p:ph type="body" idx="1"/>
          </p:nvPr>
        </p:nvSpPr>
        <p:spPr/>
        <p:txBody>
          <a:bodyPr>
            <a:normAutofit/>
          </a:bodyPr>
          <a:lstStyle/>
          <a:p>
            <a:pPr marL="0" indent="0" defTabSz="990752">
              <a:buFont typeface="Calibri"/>
              <a:buNone/>
              <a:defRPr/>
            </a:pPr>
            <a:r>
              <a:rPr lang="fr-FR" dirty="0"/>
              <a:t>Possible de documenter </a:t>
            </a:r>
          </a:p>
          <a:p>
            <a:pPr marL="171450" indent="-171450" defTabSz="990752">
              <a:buFontTx/>
              <a:buChar char="-"/>
              <a:defRPr/>
            </a:pPr>
            <a:r>
              <a:rPr lang="fr-FR" dirty="0"/>
              <a:t>Classes / Interfaces</a:t>
            </a:r>
          </a:p>
          <a:p>
            <a:pPr marL="171450" indent="-171450" defTabSz="990752">
              <a:buFontTx/>
              <a:buChar char="-"/>
              <a:defRPr/>
            </a:pPr>
            <a:r>
              <a:rPr lang="fr-FR" dirty="0"/>
              <a:t>Champs</a:t>
            </a:r>
          </a:p>
          <a:p>
            <a:pPr marL="171450" indent="-171450" defTabSz="990752">
              <a:buFontTx/>
              <a:buChar char="-"/>
              <a:defRPr/>
            </a:pPr>
            <a:r>
              <a:rPr lang="fr-FR" dirty="0"/>
              <a:t>Méthodes / Constructeurs</a:t>
            </a:r>
          </a:p>
          <a:p>
            <a:pPr marL="628650" lvl="1" indent="-171450" defTabSz="990752">
              <a:buFontTx/>
              <a:buChar char="-"/>
              <a:defRPr/>
            </a:pPr>
            <a:r>
              <a:rPr lang="fr-FR" dirty="0"/>
              <a:t>Paramètres</a:t>
            </a:r>
          </a:p>
          <a:p>
            <a:pPr marL="628650" lvl="1" indent="-171450" defTabSz="990752">
              <a:buFontTx/>
              <a:buChar char="-"/>
              <a:defRPr/>
            </a:pPr>
            <a:r>
              <a:rPr lang="fr-FR" dirty="0"/>
              <a:t>Retour</a:t>
            </a:r>
          </a:p>
          <a:p>
            <a:pPr marL="628650" lvl="1" indent="-171450" defTabSz="990752">
              <a:buFontTx/>
              <a:buChar char="-"/>
              <a:defRPr/>
            </a:pPr>
            <a:r>
              <a:rPr lang="fr-FR" dirty="0"/>
              <a:t>Exceptions levées</a:t>
            </a:r>
          </a:p>
          <a:p>
            <a:pPr marL="457200" lvl="1" indent="0" defTabSz="990752">
              <a:buFontTx/>
              <a:buNone/>
              <a:defRPr/>
            </a:pPr>
            <a:endParaRPr lang="fr-FR" dirty="0"/>
          </a:p>
        </p:txBody>
      </p:sp>
      <p:sp>
        <p:nvSpPr>
          <p:cNvPr id="4" name="Espace réservé du numéro de diapositive 3">
            <a:extLst>
              <a:ext uri="{FF2B5EF4-FFF2-40B4-BE49-F238E27FC236}">
                <a16:creationId xmlns:a16="http://schemas.microsoft.com/office/drawing/2014/main" id="{3C5D3482-E028-13F1-C706-253256114E4F}"/>
              </a:ext>
            </a:extLst>
          </p:cNvPr>
          <p:cNvSpPr>
            <a:spLocks noGrp="1"/>
          </p:cNvSpPr>
          <p:nvPr>
            <p:ph type="sldNum" sz="quarter" idx="5"/>
          </p:nvPr>
        </p:nvSpPr>
        <p:spPr/>
        <p:txBody>
          <a:bodyPr/>
          <a:lstStyle/>
          <a:p>
            <a:fld id="{20B9C825-F38E-45BB-92C1-043DE61C9183}" type="slidenum">
              <a:rPr lang="en-CA" smtClean="0"/>
              <a:t>20</a:t>
            </a:fld>
            <a:endParaRPr lang="en-CA"/>
          </a:p>
        </p:txBody>
      </p:sp>
    </p:spTree>
    <p:extLst>
      <p:ext uri="{BB962C8B-B14F-4D97-AF65-F5344CB8AC3E}">
        <p14:creationId xmlns:p14="http://schemas.microsoft.com/office/powerpoint/2010/main" val="21455018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ED13F-5F36-310A-D457-7A5BCD36C56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59F9547-6DDD-9BC6-A38F-03D8FE86875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9374D54-6B29-2670-CBFF-D381D6298DA1}"/>
              </a:ext>
            </a:extLst>
          </p:cNvPr>
          <p:cNvSpPr>
            <a:spLocks noGrp="1"/>
          </p:cNvSpPr>
          <p:nvPr>
            <p:ph type="body" idx="1"/>
          </p:nvPr>
        </p:nvSpPr>
        <p:spPr/>
        <p:txBody>
          <a:bodyPr>
            <a:normAutofit/>
          </a:bodyPr>
          <a:lstStyle/>
          <a:p>
            <a:pPr marL="457200" lvl="1" indent="0" defTabSz="990752">
              <a:buFontTx/>
              <a:buNone/>
              <a:defRPr/>
            </a:pPr>
            <a:endParaRPr lang="fr-FR" dirty="0"/>
          </a:p>
        </p:txBody>
      </p:sp>
      <p:sp>
        <p:nvSpPr>
          <p:cNvPr id="4" name="Espace réservé du numéro de diapositive 3">
            <a:extLst>
              <a:ext uri="{FF2B5EF4-FFF2-40B4-BE49-F238E27FC236}">
                <a16:creationId xmlns:a16="http://schemas.microsoft.com/office/drawing/2014/main" id="{729026F7-E8A6-D409-9DE8-53019D76A09B}"/>
              </a:ext>
            </a:extLst>
          </p:cNvPr>
          <p:cNvSpPr>
            <a:spLocks noGrp="1"/>
          </p:cNvSpPr>
          <p:nvPr>
            <p:ph type="sldNum" sz="quarter" idx="5"/>
          </p:nvPr>
        </p:nvSpPr>
        <p:spPr/>
        <p:txBody>
          <a:bodyPr/>
          <a:lstStyle/>
          <a:p>
            <a:fld id="{20B9C825-F38E-45BB-92C1-043DE61C9183}" type="slidenum">
              <a:rPr lang="en-CA" smtClean="0"/>
              <a:t>21</a:t>
            </a:fld>
            <a:endParaRPr lang="en-CA"/>
          </a:p>
        </p:txBody>
      </p:sp>
    </p:spTree>
    <p:extLst>
      <p:ext uri="{BB962C8B-B14F-4D97-AF65-F5344CB8AC3E}">
        <p14:creationId xmlns:p14="http://schemas.microsoft.com/office/powerpoint/2010/main" val="21870494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3A1E9-0430-51D3-2874-978B5D98A30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69E8C51-65C2-0465-464B-B37167EFDAB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1C75C58-99B4-2F02-B0F0-9BAA195E14A8}"/>
              </a:ext>
            </a:extLst>
          </p:cNvPr>
          <p:cNvSpPr>
            <a:spLocks noGrp="1"/>
          </p:cNvSpPr>
          <p:nvPr>
            <p:ph type="body" idx="1"/>
          </p:nvPr>
        </p:nvSpPr>
        <p:spPr/>
        <p:txBody>
          <a:bodyPr>
            <a:normAutofit/>
          </a:bodyPr>
          <a:lstStyle/>
          <a:p>
            <a:pPr marL="457200" lvl="1" indent="0" defTabSz="990752">
              <a:buFontTx/>
              <a:buNone/>
              <a:defRPr/>
            </a:pPr>
            <a:endParaRPr lang="fr-FR" dirty="0"/>
          </a:p>
        </p:txBody>
      </p:sp>
      <p:sp>
        <p:nvSpPr>
          <p:cNvPr id="4" name="Espace réservé du numéro de diapositive 3">
            <a:extLst>
              <a:ext uri="{FF2B5EF4-FFF2-40B4-BE49-F238E27FC236}">
                <a16:creationId xmlns:a16="http://schemas.microsoft.com/office/drawing/2014/main" id="{DB984A2E-390B-E5C8-BFCF-E26F5BF75AEF}"/>
              </a:ext>
            </a:extLst>
          </p:cNvPr>
          <p:cNvSpPr>
            <a:spLocks noGrp="1"/>
          </p:cNvSpPr>
          <p:nvPr>
            <p:ph type="sldNum" sz="quarter" idx="5"/>
          </p:nvPr>
        </p:nvSpPr>
        <p:spPr/>
        <p:txBody>
          <a:bodyPr/>
          <a:lstStyle/>
          <a:p>
            <a:fld id="{20B9C825-F38E-45BB-92C1-043DE61C9183}" type="slidenum">
              <a:rPr lang="en-CA" smtClean="0"/>
              <a:t>22</a:t>
            </a:fld>
            <a:endParaRPr lang="en-CA"/>
          </a:p>
        </p:txBody>
      </p:sp>
    </p:spTree>
    <p:extLst>
      <p:ext uri="{BB962C8B-B14F-4D97-AF65-F5344CB8AC3E}">
        <p14:creationId xmlns:p14="http://schemas.microsoft.com/office/powerpoint/2010/main" val="32346525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4C946-1F20-A745-1584-747035345B9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BE06322-0C47-02D9-BAE5-1253E50C0AF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F7C8CD5-C68F-E706-E3CB-DDF97FECA83D}"/>
              </a:ext>
            </a:extLst>
          </p:cNvPr>
          <p:cNvSpPr>
            <a:spLocks noGrp="1"/>
          </p:cNvSpPr>
          <p:nvPr>
            <p:ph type="body" idx="1"/>
          </p:nvPr>
        </p:nvSpPr>
        <p:spPr/>
        <p:txBody>
          <a:bodyPr/>
          <a:lstStyle/>
          <a:p>
            <a:r>
              <a:rPr lang="fr-FR" dirty="0"/>
              <a:t>Sondage de la promo</a:t>
            </a:r>
          </a:p>
        </p:txBody>
      </p:sp>
      <p:sp>
        <p:nvSpPr>
          <p:cNvPr id="4" name="Espace réservé du numéro de diapositive 3">
            <a:extLst>
              <a:ext uri="{FF2B5EF4-FFF2-40B4-BE49-F238E27FC236}">
                <a16:creationId xmlns:a16="http://schemas.microsoft.com/office/drawing/2014/main" id="{A35DEA3E-B7A3-14AA-E36E-9124F4CB47EB}"/>
              </a:ext>
            </a:extLst>
          </p:cNvPr>
          <p:cNvSpPr>
            <a:spLocks noGrp="1"/>
          </p:cNvSpPr>
          <p:nvPr>
            <p:ph type="sldNum" sz="quarter" idx="5"/>
          </p:nvPr>
        </p:nvSpPr>
        <p:spPr/>
        <p:txBody>
          <a:bodyPr/>
          <a:lstStyle/>
          <a:p>
            <a:fld id="{20B9C825-F38E-45BB-92C1-043DE61C9183}" type="slidenum">
              <a:rPr lang="en-CA" smtClean="0"/>
              <a:t>23</a:t>
            </a:fld>
            <a:endParaRPr lang="en-CA"/>
          </a:p>
        </p:txBody>
      </p:sp>
    </p:spTree>
    <p:extLst>
      <p:ext uri="{BB962C8B-B14F-4D97-AF65-F5344CB8AC3E}">
        <p14:creationId xmlns:p14="http://schemas.microsoft.com/office/powerpoint/2010/main" val="15734291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D7B70-89A4-968F-1666-787CFABAF8E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71A42AF-B86D-BDFA-22A4-5E1217FB56F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3394CE1-6D0F-FE23-E499-894B519280A5}"/>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5188CB03-FF39-CF22-2C58-1EDA9E318368}"/>
              </a:ext>
            </a:extLst>
          </p:cNvPr>
          <p:cNvSpPr>
            <a:spLocks noGrp="1"/>
          </p:cNvSpPr>
          <p:nvPr>
            <p:ph type="sldNum" sz="quarter" idx="5"/>
          </p:nvPr>
        </p:nvSpPr>
        <p:spPr/>
        <p:txBody>
          <a:bodyPr/>
          <a:lstStyle/>
          <a:p>
            <a:fld id="{20B9C825-F38E-45BB-92C1-043DE61C9183}" type="slidenum">
              <a:rPr lang="en-CA" smtClean="0"/>
              <a:t>24</a:t>
            </a:fld>
            <a:endParaRPr lang="en-CA"/>
          </a:p>
        </p:txBody>
      </p:sp>
    </p:spTree>
    <p:extLst>
      <p:ext uri="{BB962C8B-B14F-4D97-AF65-F5344CB8AC3E}">
        <p14:creationId xmlns:p14="http://schemas.microsoft.com/office/powerpoint/2010/main" val="40837627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EE214-C64B-A783-F153-D6966A0DE7A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49E8611-C437-44ED-5154-3347CAE21ACC}"/>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BC1A44E-28C1-4D58-3009-7B64389298C1}"/>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51E0BCDB-665F-185F-E1D9-90034F82B36A}"/>
              </a:ext>
            </a:extLst>
          </p:cNvPr>
          <p:cNvSpPr>
            <a:spLocks noGrp="1"/>
          </p:cNvSpPr>
          <p:nvPr>
            <p:ph type="sldNum" sz="quarter" idx="5"/>
          </p:nvPr>
        </p:nvSpPr>
        <p:spPr/>
        <p:txBody>
          <a:bodyPr/>
          <a:lstStyle/>
          <a:p>
            <a:fld id="{20B9C825-F38E-45BB-92C1-043DE61C9183}" type="slidenum">
              <a:rPr lang="en-CA" smtClean="0"/>
              <a:t>25</a:t>
            </a:fld>
            <a:endParaRPr lang="en-CA"/>
          </a:p>
        </p:txBody>
      </p:sp>
    </p:spTree>
    <p:extLst>
      <p:ext uri="{BB962C8B-B14F-4D97-AF65-F5344CB8AC3E}">
        <p14:creationId xmlns:p14="http://schemas.microsoft.com/office/powerpoint/2010/main" val="1503069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742CE-9515-2434-921F-B435E5465FD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366C9D3-21E6-9C07-CEC0-AA493BAF464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1A4AEDA-2AB1-0AC2-BE20-C69A312F016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45D4C6B-56D1-697A-375F-24862C52F166}"/>
              </a:ext>
            </a:extLst>
          </p:cNvPr>
          <p:cNvSpPr>
            <a:spLocks noGrp="1"/>
          </p:cNvSpPr>
          <p:nvPr>
            <p:ph type="sldNum" sz="quarter" idx="5"/>
          </p:nvPr>
        </p:nvSpPr>
        <p:spPr/>
        <p:txBody>
          <a:bodyPr/>
          <a:lstStyle/>
          <a:p>
            <a:fld id="{20B9C825-F38E-45BB-92C1-043DE61C9183}" type="slidenum">
              <a:rPr lang="en-CA" smtClean="0"/>
              <a:t>26</a:t>
            </a:fld>
            <a:endParaRPr lang="en-CA"/>
          </a:p>
        </p:txBody>
      </p:sp>
    </p:spTree>
    <p:extLst>
      <p:ext uri="{BB962C8B-B14F-4D97-AF65-F5344CB8AC3E}">
        <p14:creationId xmlns:p14="http://schemas.microsoft.com/office/powerpoint/2010/main" val="2183827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8A750-1816-5678-7382-180695FA53C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3D50189-509C-2D21-4344-8DA0AD0E43DD}"/>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5DDDEB6-7A17-DEEF-34BF-A70A67B43125}"/>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F0238D06-FFDC-7B12-6EDB-7FC5E79BF7AA}"/>
              </a:ext>
            </a:extLst>
          </p:cNvPr>
          <p:cNvSpPr>
            <a:spLocks noGrp="1"/>
          </p:cNvSpPr>
          <p:nvPr>
            <p:ph type="sldNum" sz="quarter" idx="5"/>
          </p:nvPr>
        </p:nvSpPr>
        <p:spPr/>
        <p:txBody>
          <a:bodyPr/>
          <a:lstStyle/>
          <a:p>
            <a:fld id="{20B9C825-F38E-45BB-92C1-043DE61C9183}" type="slidenum">
              <a:rPr lang="en-CA" smtClean="0"/>
              <a:t>27</a:t>
            </a:fld>
            <a:endParaRPr lang="en-CA"/>
          </a:p>
        </p:txBody>
      </p:sp>
    </p:spTree>
    <p:extLst>
      <p:ext uri="{BB962C8B-B14F-4D97-AF65-F5344CB8AC3E}">
        <p14:creationId xmlns:p14="http://schemas.microsoft.com/office/powerpoint/2010/main" val="30324339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24F5F-5D99-68D6-DFEA-4DE42A6CFDB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6EB73CB-903F-97A5-45D1-123DBC5B887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F9C1DFB-E30C-3CAC-6E8C-D41EFE12BAE0}"/>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E18896D1-4C78-FEA7-0FE2-F324AA3E07F2}"/>
              </a:ext>
            </a:extLst>
          </p:cNvPr>
          <p:cNvSpPr>
            <a:spLocks noGrp="1"/>
          </p:cNvSpPr>
          <p:nvPr>
            <p:ph type="sldNum" sz="quarter" idx="5"/>
          </p:nvPr>
        </p:nvSpPr>
        <p:spPr/>
        <p:txBody>
          <a:bodyPr/>
          <a:lstStyle/>
          <a:p>
            <a:fld id="{20B9C825-F38E-45BB-92C1-043DE61C9183}" type="slidenum">
              <a:rPr lang="en-CA" smtClean="0"/>
              <a:t>28</a:t>
            </a:fld>
            <a:endParaRPr lang="en-CA"/>
          </a:p>
        </p:txBody>
      </p:sp>
    </p:spTree>
    <p:extLst>
      <p:ext uri="{BB962C8B-B14F-4D97-AF65-F5344CB8AC3E}">
        <p14:creationId xmlns:p14="http://schemas.microsoft.com/office/powerpoint/2010/main" val="1094305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9C0EA-55BF-B800-CDC1-312801849E6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417B502-E05C-C481-439D-86231E7ECE6A}"/>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A38051D-5C3B-A4F8-510F-C50ACA844A04}"/>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CA69346F-B285-8693-15A2-829393B3C309}"/>
              </a:ext>
            </a:extLst>
          </p:cNvPr>
          <p:cNvSpPr>
            <a:spLocks noGrp="1"/>
          </p:cNvSpPr>
          <p:nvPr>
            <p:ph type="sldNum" sz="quarter" idx="5"/>
          </p:nvPr>
        </p:nvSpPr>
        <p:spPr/>
        <p:txBody>
          <a:bodyPr/>
          <a:lstStyle/>
          <a:p>
            <a:fld id="{20B9C825-F38E-45BB-92C1-043DE61C9183}" type="slidenum">
              <a:rPr lang="en-CA" smtClean="0"/>
              <a:t>29</a:t>
            </a:fld>
            <a:endParaRPr lang="en-CA"/>
          </a:p>
        </p:txBody>
      </p:sp>
    </p:spTree>
    <p:extLst>
      <p:ext uri="{BB962C8B-B14F-4D97-AF65-F5344CB8AC3E}">
        <p14:creationId xmlns:p14="http://schemas.microsoft.com/office/powerpoint/2010/main" val="16729566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670F9-4D11-BF22-9BCC-71274A377FA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C6C6B4E-6D7C-3106-EF98-6196C4CA6D49}"/>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594C503-6D01-8CFC-B1D4-167917451AC3}"/>
              </a:ext>
            </a:extLst>
          </p:cNvPr>
          <p:cNvSpPr>
            <a:spLocks noGrp="1"/>
          </p:cNvSpPr>
          <p:nvPr>
            <p:ph type="body" idx="1"/>
          </p:nvPr>
        </p:nvSpPr>
        <p:spPr/>
        <p:txBody>
          <a:bodyPr>
            <a:normAutofit/>
          </a:bodyPr>
          <a:lstStyle/>
          <a:p>
            <a:pPr marL="0" indent="0" defTabSz="990752">
              <a:buFont typeface="Calibri"/>
              <a:buNone/>
              <a:defRPr/>
            </a:pPr>
            <a:r>
              <a:rPr lang="fr-FR" dirty="0"/>
              <a:t>Pour l’exemple et les TD, on utilise une base de données SQLite</a:t>
            </a:r>
          </a:p>
        </p:txBody>
      </p:sp>
      <p:sp>
        <p:nvSpPr>
          <p:cNvPr id="4" name="Espace réservé du numéro de diapositive 3">
            <a:extLst>
              <a:ext uri="{FF2B5EF4-FFF2-40B4-BE49-F238E27FC236}">
                <a16:creationId xmlns:a16="http://schemas.microsoft.com/office/drawing/2014/main" id="{08125619-C661-523D-6339-421319074AE9}"/>
              </a:ext>
            </a:extLst>
          </p:cNvPr>
          <p:cNvSpPr>
            <a:spLocks noGrp="1"/>
          </p:cNvSpPr>
          <p:nvPr>
            <p:ph type="sldNum" sz="quarter" idx="5"/>
          </p:nvPr>
        </p:nvSpPr>
        <p:spPr/>
        <p:txBody>
          <a:bodyPr/>
          <a:lstStyle/>
          <a:p>
            <a:fld id="{20B9C825-F38E-45BB-92C1-043DE61C9183}" type="slidenum">
              <a:rPr lang="en-CA" smtClean="0"/>
              <a:t>30</a:t>
            </a:fld>
            <a:endParaRPr lang="en-CA"/>
          </a:p>
        </p:txBody>
      </p:sp>
    </p:spTree>
    <p:extLst>
      <p:ext uri="{BB962C8B-B14F-4D97-AF65-F5344CB8AC3E}">
        <p14:creationId xmlns:p14="http://schemas.microsoft.com/office/powerpoint/2010/main" val="21236874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FA12F-A2B4-2A50-A446-F3D93FF33FD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C13F861-277D-475B-48AC-1DF00A081C3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A3E6E23-2FE1-BFB6-ECA3-DAFB64D472C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52CD9DB-7AE7-B5C8-4EE2-E336DB9354CE}"/>
              </a:ext>
            </a:extLst>
          </p:cNvPr>
          <p:cNvSpPr>
            <a:spLocks noGrp="1"/>
          </p:cNvSpPr>
          <p:nvPr>
            <p:ph type="sldNum" sz="quarter" idx="5"/>
          </p:nvPr>
        </p:nvSpPr>
        <p:spPr/>
        <p:txBody>
          <a:bodyPr/>
          <a:lstStyle/>
          <a:p>
            <a:fld id="{20B9C825-F38E-45BB-92C1-043DE61C9183}" type="slidenum">
              <a:rPr lang="en-CA" smtClean="0"/>
              <a:t>31</a:t>
            </a:fld>
            <a:endParaRPr lang="en-CA"/>
          </a:p>
        </p:txBody>
      </p:sp>
    </p:spTree>
    <p:extLst>
      <p:ext uri="{BB962C8B-B14F-4D97-AF65-F5344CB8AC3E}">
        <p14:creationId xmlns:p14="http://schemas.microsoft.com/office/powerpoint/2010/main" val="1388801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85C83-57C1-D218-F076-501233E5D45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7916076-B3E5-B71F-5E95-E14F945722E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B7E7E67-4A58-6A21-E3EE-D48DB7C5B63C}"/>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66162775-3B2A-78FA-F05E-EC46D539D306}"/>
              </a:ext>
            </a:extLst>
          </p:cNvPr>
          <p:cNvSpPr>
            <a:spLocks noGrp="1"/>
          </p:cNvSpPr>
          <p:nvPr>
            <p:ph type="sldNum" sz="quarter" idx="5"/>
          </p:nvPr>
        </p:nvSpPr>
        <p:spPr/>
        <p:txBody>
          <a:bodyPr/>
          <a:lstStyle/>
          <a:p>
            <a:fld id="{20B9C825-F38E-45BB-92C1-043DE61C9183}" type="slidenum">
              <a:rPr lang="en-CA" smtClean="0"/>
              <a:t>32</a:t>
            </a:fld>
            <a:endParaRPr lang="en-CA"/>
          </a:p>
        </p:txBody>
      </p:sp>
    </p:spTree>
    <p:extLst>
      <p:ext uri="{BB962C8B-B14F-4D97-AF65-F5344CB8AC3E}">
        <p14:creationId xmlns:p14="http://schemas.microsoft.com/office/powerpoint/2010/main" val="16079878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A4828-2925-A7F5-CD40-D23EAB09F4A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9F8A832-15C1-E4A8-25E7-2326684273C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C0E58780-1AFA-C3D1-DA43-55DFA22469EF}"/>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EB01271C-E5AB-3987-8386-A362C0CA5BAB}"/>
              </a:ext>
            </a:extLst>
          </p:cNvPr>
          <p:cNvSpPr>
            <a:spLocks noGrp="1"/>
          </p:cNvSpPr>
          <p:nvPr>
            <p:ph type="sldNum" sz="quarter" idx="5"/>
          </p:nvPr>
        </p:nvSpPr>
        <p:spPr/>
        <p:txBody>
          <a:bodyPr/>
          <a:lstStyle/>
          <a:p>
            <a:fld id="{20B9C825-F38E-45BB-92C1-043DE61C9183}" type="slidenum">
              <a:rPr lang="en-CA" smtClean="0"/>
              <a:t>33</a:t>
            </a:fld>
            <a:endParaRPr lang="en-CA"/>
          </a:p>
        </p:txBody>
      </p:sp>
    </p:spTree>
    <p:extLst>
      <p:ext uri="{BB962C8B-B14F-4D97-AF65-F5344CB8AC3E}">
        <p14:creationId xmlns:p14="http://schemas.microsoft.com/office/powerpoint/2010/main" val="41456026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5804B-6106-9610-F78C-7925E2E4E27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9649F67-1DAD-42EE-6A9C-6E4AAB04F42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796B465F-B033-4B9D-626A-A19285221D6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0D1B87A-085A-A672-4117-F51256B4DB9D}"/>
              </a:ext>
            </a:extLst>
          </p:cNvPr>
          <p:cNvSpPr>
            <a:spLocks noGrp="1"/>
          </p:cNvSpPr>
          <p:nvPr>
            <p:ph type="sldNum" sz="quarter" idx="5"/>
          </p:nvPr>
        </p:nvSpPr>
        <p:spPr/>
        <p:txBody>
          <a:bodyPr/>
          <a:lstStyle/>
          <a:p>
            <a:fld id="{20B9C825-F38E-45BB-92C1-043DE61C9183}" type="slidenum">
              <a:rPr lang="en-CA" smtClean="0"/>
              <a:t>34</a:t>
            </a:fld>
            <a:endParaRPr lang="en-CA"/>
          </a:p>
        </p:txBody>
      </p:sp>
    </p:spTree>
    <p:extLst>
      <p:ext uri="{BB962C8B-B14F-4D97-AF65-F5344CB8AC3E}">
        <p14:creationId xmlns:p14="http://schemas.microsoft.com/office/powerpoint/2010/main" val="6869197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68544-357A-7770-03A4-BA9683CC181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3398665-26D3-63F4-F2CE-F9061234318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239A38A-7587-4B79-3F38-E7451EC7C504}"/>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E0A137AA-70B7-1DBC-38C1-FFDB28322D9C}"/>
              </a:ext>
            </a:extLst>
          </p:cNvPr>
          <p:cNvSpPr>
            <a:spLocks noGrp="1"/>
          </p:cNvSpPr>
          <p:nvPr>
            <p:ph type="sldNum" sz="quarter" idx="5"/>
          </p:nvPr>
        </p:nvSpPr>
        <p:spPr/>
        <p:txBody>
          <a:bodyPr/>
          <a:lstStyle/>
          <a:p>
            <a:fld id="{20B9C825-F38E-45BB-92C1-043DE61C9183}" type="slidenum">
              <a:rPr lang="en-CA" smtClean="0"/>
              <a:t>35</a:t>
            </a:fld>
            <a:endParaRPr lang="en-CA"/>
          </a:p>
        </p:txBody>
      </p:sp>
    </p:spTree>
    <p:extLst>
      <p:ext uri="{BB962C8B-B14F-4D97-AF65-F5344CB8AC3E}">
        <p14:creationId xmlns:p14="http://schemas.microsoft.com/office/powerpoint/2010/main" val="8032166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3224E-FCFD-770A-1889-EF4CAA02B11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8103649-CF5D-C539-B448-925D518FCBE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9E91E05-3BCE-111C-E3EF-B2400C42B8B2}"/>
              </a:ext>
            </a:extLst>
          </p:cNvPr>
          <p:cNvSpPr>
            <a:spLocks noGrp="1"/>
          </p:cNvSpPr>
          <p:nvPr>
            <p:ph type="body" idx="1"/>
          </p:nvPr>
        </p:nvSpPr>
        <p:spPr/>
        <p:txBody>
          <a:bodyPr>
            <a:normAutofit/>
          </a:bodyPr>
          <a:lstStyle/>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dirty="0"/>
              <a:t>Coût monétaire (accident =&gt; explosion fusée </a:t>
            </a:r>
            <a:r>
              <a:rPr lang="fr-FR" sz="1200" b="0" i="0" kern="1200" dirty="0">
                <a:solidFill>
                  <a:schemeClr val="tx1"/>
                </a:solidFill>
                <a:effectLst/>
                <a:latin typeface="Arial" pitchFamily="34" charset="0"/>
                <a:ea typeface="+mn-ea"/>
                <a:cs typeface="+mn-cs"/>
              </a:rPr>
              <a:t>Vol 501 d'Ariane 5</a:t>
            </a:r>
            <a:r>
              <a:rPr lang="fr-FR" dirty="0"/>
              <a:t> en 1996 </a:t>
            </a:r>
            <a:r>
              <a:rPr lang="fr-FR" dirty="0">
                <a:sym typeface="Wingdings" panose="05000000000000000000" pitchFamily="2" charset="2"/>
              </a:rPr>
              <a:t> +350 Millions dollars de perdu</a:t>
            </a:r>
            <a:r>
              <a:rPr lang="fr-FR" dirty="0"/>
              <a:t>)</a:t>
            </a:r>
          </a:p>
          <a:p>
            <a:pPr marL="0" indent="0" defTabSz="990752">
              <a:buFont typeface="Calibri"/>
              <a:buNone/>
              <a:defRPr/>
            </a:pPr>
            <a:r>
              <a:rPr lang="fr-FR" dirty="0"/>
              <a:t>Coût humain (accident humain)</a:t>
            </a:r>
          </a:p>
          <a:p>
            <a:pPr marL="0" indent="0" defTabSz="990752">
              <a:buFont typeface="Calibri"/>
              <a:buNone/>
              <a:defRPr/>
            </a:pPr>
            <a:r>
              <a:rPr lang="fr-FR" dirty="0"/>
              <a:t>Fuite / perte de données</a:t>
            </a:r>
          </a:p>
        </p:txBody>
      </p:sp>
      <p:sp>
        <p:nvSpPr>
          <p:cNvPr id="4" name="Espace réservé du numéro de diapositive 3">
            <a:extLst>
              <a:ext uri="{FF2B5EF4-FFF2-40B4-BE49-F238E27FC236}">
                <a16:creationId xmlns:a16="http://schemas.microsoft.com/office/drawing/2014/main" id="{1E7DC23E-4F38-8817-9267-0A1E94413BC8}"/>
              </a:ext>
            </a:extLst>
          </p:cNvPr>
          <p:cNvSpPr>
            <a:spLocks noGrp="1"/>
          </p:cNvSpPr>
          <p:nvPr>
            <p:ph type="sldNum" sz="quarter" idx="5"/>
          </p:nvPr>
        </p:nvSpPr>
        <p:spPr/>
        <p:txBody>
          <a:bodyPr/>
          <a:lstStyle/>
          <a:p>
            <a:fld id="{20B9C825-F38E-45BB-92C1-043DE61C9183}" type="slidenum">
              <a:rPr lang="en-CA" smtClean="0"/>
              <a:t>36</a:t>
            </a:fld>
            <a:endParaRPr lang="en-CA"/>
          </a:p>
        </p:txBody>
      </p:sp>
    </p:spTree>
    <p:extLst>
      <p:ext uri="{BB962C8B-B14F-4D97-AF65-F5344CB8AC3E}">
        <p14:creationId xmlns:p14="http://schemas.microsoft.com/office/powerpoint/2010/main" val="38987218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FE1A0-BB19-B7C3-A748-9AC10FC2F82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73411B9-C3E7-8399-2281-DA315A355C8A}"/>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2A3076E-7E0D-81E4-D6A8-9FABB998AFBA}"/>
              </a:ext>
            </a:extLst>
          </p:cNvPr>
          <p:cNvSpPr>
            <a:spLocks noGrp="1"/>
          </p:cNvSpPr>
          <p:nvPr>
            <p:ph type="body" idx="1"/>
          </p:nvPr>
        </p:nvSpPr>
        <p:spPr/>
        <p:txBody>
          <a:bodyPr>
            <a:normAutofit/>
          </a:bodyPr>
          <a:lstStyle/>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dirty="0"/>
              <a:t>Plus un bug est introduit tôt et plus il est détecté tard, plus il est couteux.</a:t>
            </a:r>
          </a:p>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dirty="0"/>
              <a:t>D’où l’importance de tester le plus tôt possible.</a:t>
            </a:r>
          </a:p>
        </p:txBody>
      </p:sp>
      <p:sp>
        <p:nvSpPr>
          <p:cNvPr id="4" name="Espace réservé du numéro de diapositive 3">
            <a:extLst>
              <a:ext uri="{FF2B5EF4-FFF2-40B4-BE49-F238E27FC236}">
                <a16:creationId xmlns:a16="http://schemas.microsoft.com/office/drawing/2014/main" id="{C3AACB64-1BD9-18B4-1E00-47D5BC596AD8}"/>
              </a:ext>
            </a:extLst>
          </p:cNvPr>
          <p:cNvSpPr>
            <a:spLocks noGrp="1"/>
          </p:cNvSpPr>
          <p:nvPr>
            <p:ph type="sldNum" sz="quarter" idx="5"/>
          </p:nvPr>
        </p:nvSpPr>
        <p:spPr/>
        <p:txBody>
          <a:bodyPr/>
          <a:lstStyle/>
          <a:p>
            <a:fld id="{20B9C825-F38E-45BB-92C1-043DE61C9183}" type="slidenum">
              <a:rPr lang="en-CA" smtClean="0"/>
              <a:t>37</a:t>
            </a:fld>
            <a:endParaRPr lang="en-CA"/>
          </a:p>
        </p:txBody>
      </p:sp>
    </p:spTree>
    <p:extLst>
      <p:ext uri="{BB962C8B-B14F-4D97-AF65-F5344CB8AC3E}">
        <p14:creationId xmlns:p14="http://schemas.microsoft.com/office/powerpoint/2010/main" val="41325454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45294-3A5F-90A8-2FCB-2A39C71732C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1FFB441-BB58-47F6-324D-EA8225A28A61}"/>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F3FDC1D-3E1C-FCDF-70DA-B0992A1EB770}"/>
              </a:ext>
            </a:extLst>
          </p:cNvPr>
          <p:cNvSpPr>
            <a:spLocks noGrp="1"/>
          </p:cNvSpPr>
          <p:nvPr>
            <p:ph type="body" idx="1"/>
          </p:nvPr>
        </p:nvSpPr>
        <p:spPr/>
        <p:txBody>
          <a:bodyPr>
            <a:normAutofit/>
          </a:bodyPr>
          <a:lstStyle/>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dirty="0" err="1"/>
              <a:t>Regression</a:t>
            </a:r>
            <a:r>
              <a:rPr lang="fr-FR" dirty="0"/>
              <a:t> </a:t>
            </a:r>
            <a:r>
              <a:rPr lang="fr-FR" dirty="0">
                <a:sym typeface="Wingdings" panose="05000000000000000000" pitchFamily="2" charset="2"/>
              </a:rPr>
              <a:t> type de bug dans lequel une fonctionnalité qui fonctionnait auparavant cesse de fonctionner</a:t>
            </a:r>
          </a:p>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dirty="0" err="1">
                <a:sym typeface="Wingdings" panose="05000000000000000000" pitchFamily="2" charset="2"/>
              </a:rPr>
              <a:t>Refactoging</a:t>
            </a:r>
            <a:r>
              <a:rPr lang="fr-FR" dirty="0">
                <a:sym typeface="Wingdings" panose="05000000000000000000" pitchFamily="2" charset="2"/>
              </a:rPr>
              <a:t>  restructuration du code sans en changer le comportement</a:t>
            </a:r>
            <a:endParaRPr lang="fr-FR" dirty="0"/>
          </a:p>
        </p:txBody>
      </p:sp>
      <p:sp>
        <p:nvSpPr>
          <p:cNvPr id="4" name="Espace réservé du numéro de diapositive 3">
            <a:extLst>
              <a:ext uri="{FF2B5EF4-FFF2-40B4-BE49-F238E27FC236}">
                <a16:creationId xmlns:a16="http://schemas.microsoft.com/office/drawing/2014/main" id="{CEC404C3-1C00-10DF-DD11-478E6AA12A97}"/>
              </a:ext>
            </a:extLst>
          </p:cNvPr>
          <p:cNvSpPr>
            <a:spLocks noGrp="1"/>
          </p:cNvSpPr>
          <p:nvPr>
            <p:ph type="sldNum" sz="quarter" idx="5"/>
          </p:nvPr>
        </p:nvSpPr>
        <p:spPr/>
        <p:txBody>
          <a:bodyPr/>
          <a:lstStyle/>
          <a:p>
            <a:fld id="{20B9C825-F38E-45BB-92C1-043DE61C9183}" type="slidenum">
              <a:rPr lang="en-CA" smtClean="0"/>
              <a:t>38</a:t>
            </a:fld>
            <a:endParaRPr lang="en-CA"/>
          </a:p>
        </p:txBody>
      </p:sp>
    </p:spTree>
    <p:extLst>
      <p:ext uri="{BB962C8B-B14F-4D97-AF65-F5344CB8AC3E}">
        <p14:creationId xmlns:p14="http://schemas.microsoft.com/office/powerpoint/2010/main" val="26202790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EC910-8E07-4736-2704-1925198363D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592C468-A1CB-6227-1222-C42F51C29F3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C521B7F-4307-6B71-EA60-679717DB1876}"/>
              </a:ext>
            </a:extLst>
          </p:cNvPr>
          <p:cNvSpPr>
            <a:spLocks noGrp="1"/>
          </p:cNvSpPr>
          <p:nvPr>
            <p:ph type="body" idx="1"/>
          </p:nvPr>
        </p:nvSpPr>
        <p:spPr/>
        <p:txBody>
          <a:bodyPr>
            <a:normAutofit/>
          </a:bodyPr>
          <a:lstStyle/>
          <a:p>
            <a:pPr marL="0" marR="0" lvl="0" indent="0" algn="l" defTabSz="990752" rtl="0" eaLnBrk="1" fontAlgn="auto" latinLnBrk="0" hangingPunct="1">
              <a:lnSpc>
                <a:spcPct val="100000"/>
              </a:lnSpc>
              <a:spcBef>
                <a:spcPts val="0"/>
              </a:spcBef>
              <a:spcAft>
                <a:spcPts val="0"/>
              </a:spcAft>
              <a:buClrTx/>
              <a:buSzTx/>
              <a:buFont typeface="Calibri"/>
              <a:buNone/>
              <a:tabLst/>
              <a:defRPr/>
            </a:pPr>
            <a:endParaRPr lang="fr-FR" dirty="0"/>
          </a:p>
        </p:txBody>
      </p:sp>
      <p:sp>
        <p:nvSpPr>
          <p:cNvPr id="4" name="Espace réservé du numéro de diapositive 3">
            <a:extLst>
              <a:ext uri="{FF2B5EF4-FFF2-40B4-BE49-F238E27FC236}">
                <a16:creationId xmlns:a16="http://schemas.microsoft.com/office/drawing/2014/main" id="{9CCAD663-7478-4BA8-CEA6-C9AB48F8C800}"/>
              </a:ext>
            </a:extLst>
          </p:cNvPr>
          <p:cNvSpPr>
            <a:spLocks noGrp="1"/>
          </p:cNvSpPr>
          <p:nvPr>
            <p:ph type="sldNum" sz="quarter" idx="5"/>
          </p:nvPr>
        </p:nvSpPr>
        <p:spPr/>
        <p:txBody>
          <a:bodyPr/>
          <a:lstStyle/>
          <a:p>
            <a:fld id="{20B9C825-F38E-45BB-92C1-043DE61C9183}" type="slidenum">
              <a:rPr lang="en-CA" smtClean="0"/>
              <a:t>39</a:t>
            </a:fld>
            <a:endParaRPr lang="en-CA"/>
          </a:p>
        </p:txBody>
      </p:sp>
    </p:spTree>
    <p:extLst>
      <p:ext uri="{BB962C8B-B14F-4D97-AF65-F5344CB8AC3E}">
        <p14:creationId xmlns:p14="http://schemas.microsoft.com/office/powerpoint/2010/main" val="25171653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FCE5-D80F-A794-9947-7743F99F5C8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080364A-5675-5E54-BF76-A32F7A369D1D}"/>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FCAB16E-5D4C-6EBD-4BA6-9892AF7F82F0}"/>
              </a:ext>
            </a:extLst>
          </p:cNvPr>
          <p:cNvSpPr>
            <a:spLocks noGrp="1"/>
          </p:cNvSpPr>
          <p:nvPr>
            <p:ph type="body" idx="1"/>
          </p:nvPr>
        </p:nvSpPr>
        <p:spPr/>
        <p:txBody>
          <a:bodyPr>
            <a:normAutofit/>
          </a:bodyPr>
          <a:lstStyle/>
          <a:p>
            <a:pPr marL="0" marR="0" lvl="0" indent="0" algn="l" defTabSz="990752" rtl="0" eaLnBrk="1" fontAlgn="auto" latinLnBrk="0" hangingPunct="1">
              <a:lnSpc>
                <a:spcPct val="100000"/>
              </a:lnSpc>
              <a:spcBef>
                <a:spcPts val="0"/>
              </a:spcBef>
              <a:spcAft>
                <a:spcPts val="0"/>
              </a:spcAft>
              <a:buClrTx/>
              <a:buSzTx/>
              <a:buFont typeface="Calibri"/>
              <a:buNone/>
              <a:tabLst/>
              <a:defRPr/>
            </a:pPr>
            <a:endParaRPr lang="fr-FR" dirty="0"/>
          </a:p>
        </p:txBody>
      </p:sp>
      <p:sp>
        <p:nvSpPr>
          <p:cNvPr id="4" name="Espace réservé du numéro de diapositive 3">
            <a:extLst>
              <a:ext uri="{FF2B5EF4-FFF2-40B4-BE49-F238E27FC236}">
                <a16:creationId xmlns:a16="http://schemas.microsoft.com/office/drawing/2014/main" id="{0F06689F-0303-91B4-1305-BCCEBA2EC2D9}"/>
              </a:ext>
            </a:extLst>
          </p:cNvPr>
          <p:cNvSpPr>
            <a:spLocks noGrp="1"/>
          </p:cNvSpPr>
          <p:nvPr>
            <p:ph type="sldNum" sz="quarter" idx="5"/>
          </p:nvPr>
        </p:nvSpPr>
        <p:spPr/>
        <p:txBody>
          <a:bodyPr/>
          <a:lstStyle/>
          <a:p>
            <a:fld id="{20B9C825-F38E-45BB-92C1-043DE61C9183}" type="slidenum">
              <a:rPr lang="en-CA" smtClean="0"/>
              <a:t>40</a:t>
            </a:fld>
            <a:endParaRPr lang="en-CA"/>
          </a:p>
        </p:txBody>
      </p:sp>
    </p:spTree>
    <p:extLst>
      <p:ext uri="{BB962C8B-B14F-4D97-AF65-F5344CB8AC3E}">
        <p14:creationId xmlns:p14="http://schemas.microsoft.com/office/powerpoint/2010/main" val="395406534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89938-CB40-E8FB-18FC-66D4CD01F6A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BD13133-97E6-DB0C-DFBB-0BFFDECC769D}"/>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3783137-D26B-1FE0-69FE-BE22EEF5A377}"/>
              </a:ext>
            </a:extLst>
          </p:cNvPr>
          <p:cNvSpPr>
            <a:spLocks noGrp="1"/>
          </p:cNvSpPr>
          <p:nvPr>
            <p:ph type="body" idx="1"/>
          </p:nvPr>
        </p:nvSpPr>
        <p:spPr/>
        <p:txBody>
          <a:bodyPr>
            <a:normAutofit/>
          </a:bodyPr>
          <a:lstStyle/>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dirty="0"/>
              <a:t>Déterministe =&gt; ex =&gt; si utilisation d’une date, éviter la date du jour, préférer une date fixe</a:t>
            </a:r>
          </a:p>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dirty="0"/>
              <a:t>Atomique =&gt; </a:t>
            </a:r>
          </a:p>
        </p:txBody>
      </p:sp>
      <p:sp>
        <p:nvSpPr>
          <p:cNvPr id="4" name="Espace réservé du numéro de diapositive 3">
            <a:extLst>
              <a:ext uri="{FF2B5EF4-FFF2-40B4-BE49-F238E27FC236}">
                <a16:creationId xmlns:a16="http://schemas.microsoft.com/office/drawing/2014/main" id="{45881756-5F51-8DE7-CEFF-3109DC67A7E8}"/>
              </a:ext>
            </a:extLst>
          </p:cNvPr>
          <p:cNvSpPr>
            <a:spLocks noGrp="1"/>
          </p:cNvSpPr>
          <p:nvPr>
            <p:ph type="sldNum" sz="quarter" idx="5"/>
          </p:nvPr>
        </p:nvSpPr>
        <p:spPr/>
        <p:txBody>
          <a:bodyPr/>
          <a:lstStyle/>
          <a:p>
            <a:fld id="{20B9C825-F38E-45BB-92C1-043DE61C9183}" type="slidenum">
              <a:rPr lang="en-CA" smtClean="0"/>
              <a:t>41</a:t>
            </a:fld>
            <a:endParaRPr lang="en-CA"/>
          </a:p>
        </p:txBody>
      </p:sp>
    </p:spTree>
    <p:extLst>
      <p:ext uri="{BB962C8B-B14F-4D97-AF65-F5344CB8AC3E}">
        <p14:creationId xmlns:p14="http://schemas.microsoft.com/office/powerpoint/2010/main" val="25029729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580F2-127E-D410-0D86-926696ECED5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E2AF310-4896-76CF-85DA-0579BBE0D81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BDAC084-BA36-96EF-45CE-79A81C911554}"/>
              </a:ext>
            </a:extLst>
          </p:cNvPr>
          <p:cNvSpPr>
            <a:spLocks noGrp="1"/>
          </p:cNvSpPr>
          <p:nvPr>
            <p:ph type="body" idx="1"/>
          </p:nvPr>
        </p:nvSpPr>
        <p:spPr/>
        <p:txBody>
          <a:bodyPr>
            <a:normAutofit/>
          </a:bodyPr>
          <a:lstStyle/>
          <a:p>
            <a:pPr marL="0" marR="0" lvl="0" indent="0" algn="l" defTabSz="990752" rtl="0" eaLnBrk="1" fontAlgn="auto" latinLnBrk="0" hangingPunct="1">
              <a:lnSpc>
                <a:spcPct val="100000"/>
              </a:lnSpc>
              <a:spcBef>
                <a:spcPts val="0"/>
              </a:spcBef>
              <a:spcAft>
                <a:spcPts val="0"/>
              </a:spcAft>
              <a:buClrTx/>
              <a:buSzTx/>
              <a:buFont typeface="Calibri"/>
              <a:buNone/>
              <a:tabLst/>
              <a:defRPr/>
            </a:pPr>
            <a:endParaRPr lang="fr-FR" dirty="0"/>
          </a:p>
        </p:txBody>
      </p:sp>
      <p:sp>
        <p:nvSpPr>
          <p:cNvPr id="4" name="Espace réservé du numéro de diapositive 3">
            <a:extLst>
              <a:ext uri="{FF2B5EF4-FFF2-40B4-BE49-F238E27FC236}">
                <a16:creationId xmlns:a16="http://schemas.microsoft.com/office/drawing/2014/main" id="{DC50BD24-97D7-028B-79EB-5364A261046E}"/>
              </a:ext>
            </a:extLst>
          </p:cNvPr>
          <p:cNvSpPr>
            <a:spLocks noGrp="1"/>
          </p:cNvSpPr>
          <p:nvPr>
            <p:ph type="sldNum" sz="quarter" idx="5"/>
          </p:nvPr>
        </p:nvSpPr>
        <p:spPr/>
        <p:txBody>
          <a:bodyPr/>
          <a:lstStyle/>
          <a:p>
            <a:fld id="{20B9C825-F38E-45BB-92C1-043DE61C9183}" type="slidenum">
              <a:rPr lang="en-CA" smtClean="0"/>
              <a:t>42</a:t>
            </a:fld>
            <a:endParaRPr lang="en-CA"/>
          </a:p>
        </p:txBody>
      </p:sp>
    </p:spTree>
    <p:extLst>
      <p:ext uri="{BB962C8B-B14F-4D97-AF65-F5344CB8AC3E}">
        <p14:creationId xmlns:p14="http://schemas.microsoft.com/office/powerpoint/2010/main" val="8750423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D7986-92F4-6E92-06F8-C64FBEBCF1C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FD9422E-31DD-0AAB-3AF9-C93C309535F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E1B6DDE-4AF3-CC7D-C493-3B485A9FC1A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1208DAB-BCFA-A5D3-8173-2A134BE21CF5}"/>
              </a:ext>
            </a:extLst>
          </p:cNvPr>
          <p:cNvSpPr>
            <a:spLocks noGrp="1"/>
          </p:cNvSpPr>
          <p:nvPr>
            <p:ph type="sldNum" sz="quarter" idx="5"/>
          </p:nvPr>
        </p:nvSpPr>
        <p:spPr/>
        <p:txBody>
          <a:bodyPr/>
          <a:lstStyle/>
          <a:p>
            <a:fld id="{20B9C825-F38E-45BB-92C1-043DE61C9183}" type="slidenum">
              <a:rPr lang="en-CA" smtClean="0"/>
              <a:t>43</a:t>
            </a:fld>
            <a:endParaRPr lang="en-CA"/>
          </a:p>
        </p:txBody>
      </p:sp>
    </p:spTree>
    <p:extLst>
      <p:ext uri="{BB962C8B-B14F-4D97-AF65-F5344CB8AC3E}">
        <p14:creationId xmlns:p14="http://schemas.microsoft.com/office/powerpoint/2010/main" val="34009103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73835-9EF1-A8DB-83FC-498220EF195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CDE9E77-5490-BCDD-74FA-619C661A100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EC398D7E-E777-AB3D-5ABF-37D2BD477638}"/>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B6F5B423-B2FD-7152-3A67-A9AE80708D5A}"/>
              </a:ext>
            </a:extLst>
          </p:cNvPr>
          <p:cNvSpPr>
            <a:spLocks noGrp="1"/>
          </p:cNvSpPr>
          <p:nvPr>
            <p:ph type="sldNum" sz="quarter" idx="5"/>
          </p:nvPr>
        </p:nvSpPr>
        <p:spPr/>
        <p:txBody>
          <a:bodyPr/>
          <a:lstStyle/>
          <a:p>
            <a:fld id="{20B9C825-F38E-45BB-92C1-043DE61C9183}" type="slidenum">
              <a:rPr lang="en-CA" smtClean="0"/>
              <a:t>44</a:t>
            </a:fld>
            <a:endParaRPr lang="en-CA"/>
          </a:p>
        </p:txBody>
      </p:sp>
    </p:spTree>
    <p:extLst>
      <p:ext uri="{BB962C8B-B14F-4D97-AF65-F5344CB8AC3E}">
        <p14:creationId xmlns:p14="http://schemas.microsoft.com/office/powerpoint/2010/main" val="14908595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ED94C-4207-75FD-BF19-7B42B4F9BA0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549F33E-A92C-8CA6-BFDB-F059AE2B7A3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B1E7677-9B91-4541-ED96-F6FF0EA4B378}"/>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8A52505F-5879-5A8E-D9AF-00084E2101F1}"/>
              </a:ext>
            </a:extLst>
          </p:cNvPr>
          <p:cNvSpPr>
            <a:spLocks noGrp="1"/>
          </p:cNvSpPr>
          <p:nvPr>
            <p:ph type="sldNum" sz="quarter" idx="5"/>
          </p:nvPr>
        </p:nvSpPr>
        <p:spPr/>
        <p:txBody>
          <a:bodyPr/>
          <a:lstStyle/>
          <a:p>
            <a:fld id="{20B9C825-F38E-45BB-92C1-043DE61C9183}" type="slidenum">
              <a:rPr lang="en-CA" smtClean="0"/>
              <a:t>45</a:t>
            </a:fld>
            <a:endParaRPr lang="en-CA"/>
          </a:p>
        </p:txBody>
      </p:sp>
    </p:spTree>
    <p:extLst>
      <p:ext uri="{BB962C8B-B14F-4D97-AF65-F5344CB8AC3E}">
        <p14:creationId xmlns:p14="http://schemas.microsoft.com/office/powerpoint/2010/main" val="392798240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DB22B-634F-33A9-81D1-E4BC238A650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B6B6C11-1662-7BEC-F37F-9B3A9B2544F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FADB2E9-FDA0-563F-5B69-686CA259D8E6}"/>
              </a:ext>
            </a:extLst>
          </p:cNvPr>
          <p:cNvSpPr>
            <a:spLocks noGrp="1"/>
          </p:cNvSpPr>
          <p:nvPr>
            <p:ph type="body" idx="1"/>
          </p:nvPr>
        </p:nvSpPr>
        <p:spPr/>
        <p:txBody>
          <a:bodyPr>
            <a:normAutofit/>
          </a:bodyPr>
          <a:lstStyle/>
          <a:p>
            <a:pPr fontAlgn="t"/>
            <a:r>
              <a:rPr lang="fr-FR" sz="1200" b="1" i="0" kern="1200" dirty="0">
                <a:solidFill>
                  <a:schemeClr val="tx1"/>
                </a:solidFill>
                <a:effectLst/>
                <a:latin typeface="Arial" pitchFamily="34" charset="0"/>
                <a:ea typeface="+mn-ea"/>
                <a:cs typeface="+mn-cs"/>
              </a:rPr>
              <a:t>Spring Boot</a:t>
            </a:r>
            <a:endParaRPr lang="fr-FR" sz="1200" b="0" i="0" kern="1200" dirty="0">
              <a:solidFill>
                <a:schemeClr val="tx1"/>
              </a:solidFill>
              <a:effectLst/>
              <a:latin typeface="Arial" pitchFamily="34" charset="0"/>
              <a:ea typeface="+mn-ea"/>
              <a:cs typeface="+mn-cs"/>
            </a:endParaRPr>
          </a:p>
          <a:p>
            <a:pPr lvl="1" fontAlgn="t"/>
            <a:r>
              <a:rPr lang="fr-FR" sz="1200" b="0" i="0" kern="1200" dirty="0">
                <a:solidFill>
                  <a:schemeClr val="tx1"/>
                </a:solidFill>
                <a:effectLst/>
                <a:latin typeface="Arial" pitchFamily="34" charset="0"/>
                <a:ea typeface="+mn-ea"/>
                <a:cs typeface="+mn-cs"/>
              </a:rPr>
              <a:t>Framework backend Java le plus répandu</a:t>
            </a:r>
          </a:p>
          <a:p>
            <a:pPr lvl="1" fontAlgn="t"/>
            <a:r>
              <a:rPr lang="fr-FR" sz="1200" b="0" i="0" kern="1200" dirty="0">
                <a:solidFill>
                  <a:schemeClr val="tx1"/>
                </a:solidFill>
                <a:effectLst/>
                <a:latin typeface="Arial" pitchFamily="34" charset="0"/>
                <a:ea typeface="+mn-ea"/>
                <a:cs typeface="+mn-cs"/>
              </a:rPr>
              <a:t>Simplifie la création d’API Web</a:t>
            </a:r>
          </a:p>
          <a:p>
            <a:pPr lvl="1" fontAlgn="t"/>
            <a:r>
              <a:rPr lang="fr-FR" sz="1200" b="0" i="0" kern="1200" dirty="0">
                <a:solidFill>
                  <a:schemeClr val="tx1"/>
                </a:solidFill>
                <a:effectLst/>
                <a:latin typeface="Arial" pitchFamily="34" charset="0"/>
                <a:ea typeface="+mn-ea"/>
                <a:cs typeface="+mn-cs"/>
              </a:rPr>
              <a:t>Gère la configuration, l’injection de dépendances, le </a:t>
            </a:r>
            <a:r>
              <a:rPr lang="fr-FR" sz="1200" b="0" i="0" kern="1200" dirty="0" err="1">
                <a:solidFill>
                  <a:schemeClr val="tx1"/>
                </a:solidFill>
                <a:effectLst/>
                <a:latin typeface="Arial" pitchFamily="34" charset="0"/>
                <a:ea typeface="+mn-ea"/>
                <a:cs typeface="+mn-cs"/>
              </a:rPr>
              <a:t>lifecycle</a:t>
            </a:r>
            <a:endParaRPr lang="fr-FR" sz="1200" b="0" i="0" kern="1200" dirty="0">
              <a:solidFill>
                <a:schemeClr val="tx1"/>
              </a:solidFill>
              <a:effectLst/>
              <a:latin typeface="Arial" pitchFamily="34" charset="0"/>
              <a:ea typeface="+mn-ea"/>
              <a:cs typeface="+mn-cs"/>
            </a:endParaRPr>
          </a:p>
          <a:p>
            <a:pPr fontAlgn="t"/>
            <a:r>
              <a:rPr lang="fr-FR" sz="1200" b="1" i="0" kern="1200" dirty="0" err="1">
                <a:solidFill>
                  <a:schemeClr val="tx1"/>
                </a:solidFill>
                <a:effectLst/>
                <a:latin typeface="Arial" pitchFamily="34" charset="0"/>
                <a:ea typeface="+mn-ea"/>
                <a:cs typeface="+mn-cs"/>
              </a:rPr>
              <a:t>Quarkus</a:t>
            </a:r>
            <a:endParaRPr lang="fr-FR" sz="1200" b="0" i="0" kern="1200" dirty="0">
              <a:solidFill>
                <a:schemeClr val="tx1"/>
              </a:solidFill>
              <a:effectLst/>
              <a:latin typeface="Arial" pitchFamily="34" charset="0"/>
              <a:ea typeface="+mn-ea"/>
              <a:cs typeface="+mn-cs"/>
            </a:endParaRPr>
          </a:p>
          <a:p>
            <a:pPr lvl="1" fontAlgn="t"/>
            <a:r>
              <a:rPr lang="fr-FR" sz="1200" b="0" i="0" kern="1200" dirty="0">
                <a:solidFill>
                  <a:schemeClr val="tx1"/>
                </a:solidFill>
                <a:effectLst/>
                <a:latin typeface="Arial" pitchFamily="34" charset="0"/>
                <a:ea typeface="+mn-ea"/>
                <a:cs typeface="+mn-cs"/>
              </a:rPr>
              <a:t>Framework moderne, orienté performances</a:t>
            </a:r>
          </a:p>
          <a:p>
            <a:pPr lvl="1" fontAlgn="t"/>
            <a:r>
              <a:rPr lang="fr-FR" sz="1200" b="0" i="0" kern="1200" dirty="0">
                <a:solidFill>
                  <a:schemeClr val="tx1"/>
                </a:solidFill>
                <a:effectLst/>
                <a:latin typeface="Arial" pitchFamily="34" charset="0"/>
                <a:ea typeface="+mn-ea"/>
                <a:cs typeface="+mn-cs"/>
              </a:rPr>
              <a:t>Démarrage rapide, faible consommation mémoire</a:t>
            </a:r>
          </a:p>
          <a:p>
            <a:pPr lvl="1" fontAlgn="t"/>
            <a:r>
              <a:rPr lang="fr-FR" sz="1200" b="0" i="0" kern="1200" dirty="0">
                <a:solidFill>
                  <a:schemeClr val="tx1"/>
                </a:solidFill>
                <a:effectLst/>
                <a:latin typeface="Arial" pitchFamily="34" charset="0"/>
                <a:ea typeface="+mn-ea"/>
                <a:cs typeface="+mn-cs"/>
              </a:rPr>
              <a:t>Très utilisé avec des architectures cloud / </a:t>
            </a:r>
            <a:r>
              <a:rPr lang="fr-FR" sz="1200" b="0" i="0" kern="1200" dirty="0" err="1">
                <a:solidFill>
                  <a:schemeClr val="tx1"/>
                </a:solidFill>
                <a:effectLst/>
                <a:latin typeface="Arial" pitchFamily="34" charset="0"/>
                <a:ea typeface="+mn-ea"/>
                <a:cs typeface="+mn-cs"/>
              </a:rPr>
              <a:t>microservices</a:t>
            </a:r>
            <a:endParaRPr lang="fr-FR" sz="1200" b="0" i="0" kern="1200" dirty="0">
              <a:solidFill>
                <a:schemeClr val="tx1"/>
              </a:solidFill>
              <a:effectLst/>
              <a:latin typeface="Arial" pitchFamily="34" charset="0"/>
              <a:ea typeface="+mn-ea"/>
              <a:cs typeface="+mn-cs"/>
            </a:endParaRPr>
          </a:p>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F54483DD-FBF2-741C-C602-B9AC1E7132FC}"/>
              </a:ext>
            </a:extLst>
          </p:cNvPr>
          <p:cNvSpPr>
            <a:spLocks noGrp="1"/>
          </p:cNvSpPr>
          <p:nvPr>
            <p:ph type="sldNum" sz="quarter" idx="5"/>
          </p:nvPr>
        </p:nvSpPr>
        <p:spPr/>
        <p:txBody>
          <a:bodyPr/>
          <a:lstStyle/>
          <a:p>
            <a:fld id="{20B9C825-F38E-45BB-92C1-043DE61C9183}" type="slidenum">
              <a:rPr lang="en-CA" smtClean="0"/>
              <a:t>46</a:t>
            </a:fld>
            <a:endParaRPr lang="en-CA"/>
          </a:p>
        </p:txBody>
      </p:sp>
    </p:spTree>
    <p:extLst>
      <p:ext uri="{BB962C8B-B14F-4D97-AF65-F5344CB8AC3E}">
        <p14:creationId xmlns:p14="http://schemas.microsoft.com/office/powerpoint/2010/main" val="3152663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A0432-EA14-FC7B-879D-A9A3470C1CE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9479CAA-D25A-E445-8A58-A07B37BC506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7AD92986-DFAF-9C44-9FC9-0FE1CFFE5E8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80BDB66-A889-6811-C449-125170E5BC82}"/>
              </a:ext>
            </a:extLst>
          </p:cNvPr>
          <p:cNvSpPr>
            <a:spLocks noGrp="1"/>
          </p:cNvSpPr>
          <p:nvPr>
            <p:ph type="sldNum" sz="quarter" idx="5"/>
          </p:nvPr>
        </p:nvSpPr>
        <p:spPr/>
        <p:txBody>
          <a:bodyPr/>
          <a:lstStyle/>
          <a:p>
            <a:fld id="{20B9C825-F38E-45BB-92C1-043DE61C9183}" type="slidenum">
              <a:rPr lang="en-CA" smtClean="0"/>
              <a:t>47</a:t>
            </a:fld>
            <a:endParaRPr lang="en-CA"/>
          </a:p>
        </p:txBody>
      </p:sp>
    </p:spTree>
    <p:extLst>
      <p:ext uri="{BB962C8B-B14F-4D97-AF65-F5344CB8AC3E}">
        <p14:creationId xmlns:p14="http://schemas.microsoft.com/office/powerpoint/2010/main" val="4249403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n-tête de sec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55E4144-6646-C747-B762-94F6E0C3EFB5}"/>
              </a:ext>
            </a:extLst>
          </p:cNvPr>
          <p:cNvSpPr/>
          <p:nvPr userDrawn="1"/>
        </p:nvSpPr>
        <p:spPr bwMode="gray">
          <a:xfrm flipH="1">
            <a:off x="0" y="0"/>
            <a:ext cx="12199459" cy="6858000"/>
          </a:xfrm>
          <a:prstGeom prst="rect">
            <a:avLst/>
          </a:pr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lstStyle/>
          <a:p>
            <a:pPr lvl="0" algn="ctr">
              <a:spcBef>
                <a:spcPct val="0"/>
              </a:spcBef>
              <a:buClrTx/>
              <a:buSzPct val="90000"/>
            </a:pPr>
            <a:endParaRPr lang="en-CA" sz="1600" b="1">
              <a:solidFill>
                <a:schemeClr val="bg1"/>
              </a:solidFill>
              <a:cs typeface="Arial" pitchFamily="34" charset="0"/>
            </a:endParaRPr>
          </a:p>
        </p:txBody>
      </p:sp>
      <p:sp>
        <p:nvSpPr>
          <p:cNvPr id="13" name="Subtitle 2"/>
          <p:cNvSpPr>
            <a:spLocks noGrp="1"/>
          </p:cNvSpPr>
          <p:nvPr>
            <p:ph type="subTitle" idx="1" hasCustomPrompt="1"/>
          </p:nvPr>
        </p:nvSpPr>
        <p:spPr bwMode="white">
          <a:xfrm>
            <a:off x="785230" y="3119636"/>
            <a:ext cx="6119812"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CA" noProof="0"/>
              <a:t>Sous-titre, si requis</a:t>
            </a:r>
          </a:p>
        </p:txBody>
      </p:sp>
      <p:sp>
        <p:nvSpPr>
          <p:cNvPr id="11" name="Titr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48799" y="635964"/>
            <a:ext cx="6139363" cy="2226506"/>
          </a:xfrm>
        </p:spPr>
        <p:txBody>
          <a:bodyPr>
            <a:noAutofit/>
          </a:bodyPr>
          <a:lstStyle>
            <a:lvl1pPr>
              <a:defRPr sz="4800" baseline="0">
                <a:solidFill>
                  <a:schemeClr val="bg2"/>
                </a:solidFill>
              </a:defRPr>
            </a:lvl1pPr>
          </a:lstStyle>
          <a:p>
            <a:r>
              <a:rPr lang="en-CA"/>
              <a:t>Titre de la diapositive de transition</a:t>
            </a:r>
          </a:p>
        </p:txBody>
      </p:sp>
      <p:sp>
        <p:nvSpPr>
          <p:cNvPr id="9" name="Slide Number Placeholder 5">
            <a:extLst>
              <a:ext uri="{FF2B5EF4-FFF2-40B4-BE49-F238E27FC236}">
                <a16:creationId xmlns:a16="http://schemas.microsoft.com/office/drawing/2014/main" id="{3FF155A6-933D-3F47-A921-0C019D14B70F}"/>
              </a:ext>
            </a:extLst>
          </p:cNvPr>
          <p:cNvSpPr>
            <a:spLocks noGrp="1"/>
          </p:cNvSpPr>
          <p:nvPr>
            <p:ph type="sldNum" sz="quarter" idx="4"/>
          </p:nvPr>
        </p:nvSpPr>
        <p:spPr bwMode="black">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bg2"/>
                </a:solidFill>
                <a:latin typeface="+mn-lt"/>
                <a:ea typeface="+mn-ea"/>
                <a:cs typeface="Arial" pitchFamily="34" charset="0"/>
              </a:defRPr>
            </a:lvl1pPr>
          </a:lstStyle>
          <a:p>
            <a:fld id="{525A3C56-E491-49B2-93F3-63532DF516BC}" type="slidenum">
              <a:rPr lang="en-CA" smtClean="0"/>
              <a:t>‹N°›</a:t>
            </a:fld>
            <a:endParaRPr lang="en-CA"/>
          </a:p>
        </p:txBody>
      </p:sp>
      <p:sp>
        <p:nvSpPr>
          <p:cNvPr id="12" name="TextBox 95" descr="Copyright_box&#10;">
            <a:extLst>
              <a:ext uri="{FF2B5EF4-FFF2-40B4-BE49-F238E27FC236}">
                <a16:creationId xmlns:a16="http://schemas.microsoft.com/office/drawing/2014/main" id="{7A8DA9F1-CF08-104D-87AD-2C7918C70554}"/>
              </a:ext>
            </a:extLst>
          </p:cNvPr>
          <p:cNvSpPr txBox="1"/>
          <p:nvPr userDrawn="1"/>
        </p:nvSpPr>
        <p:spPr bwMode="white">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a:solidFill>
                  <a:schemeClr val="bg2"/>
                </a:solidFill>
                <a:latin typeface="+mn-lt"/>
              </a:rPr>
              <a:t>© 2025 CGI inc.</a:t>
            </a:r>
            <a:endParaRPr lang="en-CA" sz="1000" b="0" i="0" u="none">
              <a:solidFill>
                <a:schemeClr val="bg2"/>
              </a:solidFill>
              <a:latin typeface="+mn-lt"/>
              <a:cs typeface="Arial" pitchFamily="34" charset="0"/>
            </a:endParaRPr>
          </a:p>
        </p:txBody>
      </p:sp>
    </p:spTree>
  </p:cSld>
  <p:clrMapOvr>
    <a:masterClrMapping/>
  </p:clrMapOvr>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tête de section 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55E4144-6646-C747-B762-94F6E0C3EFB5}"/>
              </a:ext>
            </a:extLst>
          </p:cNvPr>
          <p:cNvSpPr/>
          <p:nvPr userDrawn="1"/>
        </p:nvSpPr>
        <p:spPr bwMode="gray">
          <a:xfrm flipH="1">
            <a:off x="0" y="0"/>
            <a:ext cx="12199459" cy="6858000"/>
          </a:xfrm>
          <a:prstGeom prst="rect">
            <a:avLst/>
          </a:prstGeom>
          <a:gradFill flip="none" rotWithShape="1">
            <a:gsLst>
              <a:gs pos="60000">
                <a:srgbClr val="A82465"/>
              </a:gs>
              <a:gs pos="0">
                <a:srgbClr val="E31937"/>
              </a:gs>
              <a:gs pos="100000">
                <a:srgbClr val="5236AB"/>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CA" sz="1600" b="1">
              <a:solidFill>
                <a:schemeClr val="bg1"/>
              </a:solidFill>
              <a:cs typeface="Arial" pitchFamily="34" charset="0"/>
            </a:endParaRPr>
          </a:p>
        </p:txBody>
      </p:sp>
      <p:sp>
        <p:nvSpPr>
          <p:cNvPr id="13" name="Subtitle 2"/>
          <p:cNvSpPr>
            <a:spLocks noGrp="1"/>
          </p:cNvSpPr>
          <p:nvPr>
            <p:ph type="subTitle" idx="1" hasCustomPrompt="1"/>
          </p:nvPr>
        </p:nvSpPr>
        <p:spPr bwMode="white">
          <a:xfrm>
            <a:off x="785230" y="3119636"/>
            <a:ext cx="6119812"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CA" noProof="0"/>
              <a:t>Sous-titre, si requis</a:t>
            </a:r>
          </a:p>
        </p:txBody>
      </p:sp>
      <p:sp>
        <p:nvSpPr>
          <p:cNvPr id="11" name="Titr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48799" y="635964"/>
            <a:ext cx="6139363" cy="2226506"/>
          </a:xfrm>
        </p:spPr>
        <p:txBody>
          <a:bodyPr>
            <a:noAutofit/>
          </a:bodyPr>
          <a:lstStyle>
            <a:lvl1pPr>
              <a:defRPr sz="4800" baseline="0">
                <a:solidFill>
                  <a:schemeClr val="bg2"/>
                </a:solidFill>
              </a:defRPr>
            </a:lvl1pPr>
          </a:lstStyle>
          <a:p>
            <a:r>
              <a:rPr lang="en-CA"/>
              <a:t>Titre de la diapositive de transition</a:t>
            </a:r>
          </a:p>
        </p:txBody>
      </p:sp>
      <p:sp>
        <p:nvSpPr>
          <p:cNvPr id="9" name="Slide Number Placeholder 5">
            <a:extLst>
              <a:ext uri="{FF2B5EF4-FFF2-40B4-BE49-F238E27FC236}">
                <a16:creationId xmlns:a16="http://schemas.microsoft.com/office/drawing/2014/main" id="{3FF155A6-933D-3F47-A921-0C019D14B70F}"/>
              </a:ext>
            </a:extLst>
          </p:cNvPr>
          <p:cNvSpPr>
            <a:spLocks noGrp="1"/>
          </p:cNvSpPr>
          <p:nvPr>
            <p:ph type="sldNum" sz="quarter" idx="4"/>
          </p:nvPr>
        </p:nvSpPr>
        <p:spPr bwMode="black">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bg2"/>
                </a:solidFill>
                <a:latin typeface="+mn-lt"/>
                <a:ea typeface="+mn-ea"/>
                <a:cs typeface="Arial" pitchFamily="34" charset="0"/>
              </a:defRPr>
            </a:lvl1pPr>
          </a:lstStyle>
          <a:p>
            <a:fld id="{525A3C56-E491-49B2-93F3-63532DF516BC}" type="slidenum">
              <a:rPr lang="en-CA" smtClean="0"/>
              <a:t>‹N°›</a:t>
            </a:fld>
            <a:endParaRPr lang="en-CA"/>
          </a:p>
        </p:txBody>
      </p:sp>
      <p:sp>
        <p:nvSpPr>
          <p:cNvPr id="12" name="TextBox 95" descr="Copyright_box&#10;">
            <a:extLst>
              <a:ext uri="{FF2B5EF4-FFF2-40B4-BE49-F238E27FC236}">
                <a16:creationId xmlns:a16="http://schemas.microsoft.com/office/drawing/2014/main" id="{7A8DA9F1-CF08-104D-87AD-2C7918C70554}"/>
              </a:ext>
            </a:extLst>
          </p:cNvPr>
          <p:cNvSpPr txBox="1"/>
          <p:nvPr userDrawn="1"/>
        </p:nvSpPr>
        <p:spPr bwMode="white">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a:solidFill>
                  <a:schemeClr val="bg2"/>
                </a:solidFill>
                <a:latin typeface="+mn-lt"/>
              </a:rPr>
              <a:t>© 2025 CGI inc.</a:t>
            </a:r>
            <a:endParaRPr lang="en-CA" sz="1000" b="0" i="0" u="none">
              <a:solidFill>
                <a:schemeClr val="bg2"/>
              </a:solidFill>
              <a:latin typeface="+mn-lt"/>
              <a:cs typeface="Arial" pitchFamily="34" charset="0"/>
            </a:endParaRPr>
          </a:p>
        </p:txBody>
      </p:sp>
    </p:spTree>
    <p:extLst>
      <p:ext uri="{BB962C8B-B14F-4D97-AF65-F5344CB8AC3E}">
        <p14:creationId xmlns:p14="http://schemas.microsoft.com/office/powerpoint/2010/main" val="1489351374"/>
      </p:ext>
    </p:extLst>
  </p:cSld>
  <p:clrMapOvr>
    <a:masterClrMapping/>
  </p:clrMapOvr>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e de transiti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9E6FA33-5AE1-1746-A782-76A96554072E}"/>
              </a:ext>
            </a:extLst>
          </p:cNvPr>
          <p:cNvSpPr/>
          <p:nvPr userDrawn="1"/>
        </p:nvSpPr>
        <p:spPr bwMode="ltGray">
          <a:xfrm>
            <a:off x="0" y="3429000"/>
            <a:ext cx="6127200" cy="3429000"/>
          </a:xfrm>
          <a:prstGeom prst="rect">
            <a:avLst/>
          </a:prstGeom>
          <a:gradFill flip="none" rotWithShape="1">
            <a:gsLst>
              <a:gs pos="60000">
                <a:srgbClr val="A82465"/>
              </a:gs>
              <a:gs pos="0">
                <a:srgbClr val="E31937"/>
              </a:gs>
              <a:gs pos="100000">
                <a:srgbClr val="5236AB"/>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15" name="Rectangle 14">
            <a:extLst>
              <a:ext uri="{FF2B5EF4-FFF2-40B4-BE49-F238E27FC236}">
                <a16:creationId xmlns:a16="http://schemas.microsoft.com/office/drawing/2014/main" id="{A7547183-0E79-CD42-B263-F90CF9ABE40C}"/>
              </a:ext>
            </a:extLst>
          </p:cNvPr>
          <p:cNvSpPr/>
          <p:nvPr userDrawn="1"/>
        </p:nvSpPr>
        <p:spPr bwMode="ltGray">
          <a:xfrm>
            <a:off x="0" y="0"/>
            <a:ext cx="6126957" cy="3429000"/>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3" name="Espace réservé du numéro de diapositive 2"/>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12" name="Espace réservé pour une image  54">
            <a:extLst>
              <a:ext uri="{FF2B5EF4-FFF2-40B4-BE49-F238E27FC236}">
                <a16:creationId xmlns:a16="http://schemas.microsoft.com/office/drawing/2014/main" id="{563D07F9-3377-B74F-B8B8-D9CBB4BD47DF}"/>
              </a:ext>
            </a:extLst>
          </p:cNvPr>
          <p:cNvSpPr>
            <a:spLocks noGrp="1"/>
          </p:cNvSpPr>
          <p:nvPr>
            <p:ph type="pic" sz="quarter" idx="12" hasCustomPrompt="1"/>
          </p:nvPr>
        </p:nvSpPr>
        <p:spPr>
          <a:xfrm>
            <a:off x="6888163" y="765174"/>
            <a:ext cx="4537075" cy="5327651"/>
          </a:xfrm>
          <a:prstGeom prst="rect">
            <a:avLst/>
          </a:prstGeom>
        </p:spPr>
        <p:txBody>
          <a:bodyPr>
            <a:noAutofit/>
          </a:bodyPr>
          <a:lstStyle>
            <a:lvl1pPr marL="0" indent="0">
              <a:buNone/>
              <a:defRPr sz="1200"/>
            </a:lvl1pPr>
          </a:lstStyle>
          <a:p>
            <a:r>
              <a:rPr lang="fr-CA" sz="1200">
                <a:cs typeface="Arial" pitchFamily="34" charset="0"/>
              </a:rPr>
              <a:t>Cliquer sur l’icône « Images » pour y intégrer une nouvelle image hébergée sur votre ordinateur.</a:t>
            </a:r>
            <a:endParaRPr lang="fr-FR"/>
          </a:p>
        </p:txBody>
      </p:sp>
      <p:sp>
        <p:nvSpPr>
          <p:cNvPr id="13" name="Titre 1">
            <a:extLst>
              <a:ext uri="{FF2B5EF4-FFF2-40B4-BE49-F238E27FC236}">
                <a16:creationId xmlns:a16="http://schemas.microsoft.com/office/drawing/2014/main" id="{1155DEE0-8370-E943-9B2D-42BE4FA5B4B4}"/>
              </a:ext>
            </a:extLst>
          </p:cNvPr>
          <p:cNvSpPr>
            <a:spLocks noGrp="1"/>
          </p:cNvSpPr>
          <p:nvPr>
            <p:ph type="title" hasCustomPrompt="1"/>
          </p:nvPr>
        </p:nvSpPr>
        <p:spPr bwMode="white">
          <a:xfrm>
            <a:off x="748800" y="635963"/>
            <a:ext cx="4591550" cy="2512589"/>
          </a:xfrm>
        </p:spPr>
        <p:txBody>
          <a:bodyPr>
            <a:noAutofit/>
          </a:bodyPr>
          <a:lstStyle>
            <a:lvl1pPr>
              <a:defRPr sz="4800">
                <a:solidFill>
                  <a:schemeClr val="bg2"/>
                </a:solidFill>
              </a:defRPr>
            </a:lvl1pPr>
          </a:lstStyle>
          <a:p>
            <a:r>
              <a:rPr lang="en-CA"/>
              <a:t>Titre de la diapositive de transition</a:t>
            </a:r>
          </a:p>
        </p:txBody>
      </p:sp>
      <p:sp>
        <p:nvSpPr>
          <p:cNvPr id="14" name="Espace réservé du texte 9">
            <a:extLst>
              <a:ext uri="{FF2B5EF4-FFF2-40B4-BE49-F238E27FC236}">
                <a16:creationId xmlns:a16="http://schemas.microsoft.com/office/drawing/2014/main" id="{E9522A59-F2EE-EC4A-B6B5-F01CEA5BDA27}"/>
              </a:ext>
            </a:extLst>
          </p:cNvPr>
          <p:cNvSpPr>
            <a:spLocks noGrp="1"/>
          </p:cNvSpPr>
          <p:nvPr>
            <p:ph type="body" sz="quarter" idx="13" hasCustomPrompt="1"/>
          </p:nvPr>
        </p:nvSpPr>
        <p:spPr bwMode="white">
          <a:xfrm>
            <a:off x="766763" y="3733013"/>
            <a:ext cx="4573587" cy="2359811"/>
          </a:xfrm>
          <a:prstGeom prst="rect">
            <a:avLst/>
          </a:prstGeom>
        </p:spPr>
        <p:txBody>
          <a:bodyPr lIns="0" tIns="0" rIns="0" bIns="0">
            <a:noAutofit/>
          </a:bodyPr>
          <a:lstStyle>
            <a:lvl1pPr marL="0" indent="0">
              <a:spcBef>
                <a:spcPct val="0"/>
              </a:spcBef>
              <a:buNone/>
              <a:defRPr sz="2400">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r>
              <a:rPr lang="en-CA" noProof="0"/>
              <a:t>Sous-titre, si requis</a:t>
            </a:r>
          </a:p>
        </p:txBody>
      </p:sp>
      <p:sp>
        <p:nvSpPr>
          <p:cNvPr id="10" name="TextBox 95" descr="Copyright_box&#10;">
            <a:extLst>
              <a:ext uri="{FF2B5EF4-FFF2-40B4-BE49-F238E27FC236}">
                <a16:creationId xmlns:a16="http://schemas.microsoft.com/office/drawing/2014/main" id="{D02A02E0-0D17-AB40-909D-5C93015337FF}"/>
              </a:ext>
            </a:extLst>
          </p:cNvPr>
          <p:cNvSpPr txBox="1"/>
          <p:nvPr userDrawn="1"/>
        </p:nvSpPr>
        <p:spPr bwMode="white">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a:solidFill>
                  <a:schemeClr val="bg2"/>
                </a:solidFill>
                <a:latin typeface="+mn-lt"/>
              </a:rPr>
              <a:t>© 2025 CGI inc.</a:t>
            </a:r>
            <a:endParaRPr lang="en-CA" sz="1000" b="0" i="0" u="none">
              <a:solidFill>
                <a:schemeClr val="bg2"/>
              </a:solidFill>
              <a:latin typeface="+mn-lt"/>
              <a:cs typeface="Arial" pitchFamily="34" charset="0"/>
            </a:endParaRPr>
          </a:p>
        </p:txBody>
      </p:sp>
    </p:spTree>
    <p:extLst>
      <p:ext uri="{BB962C8B-B14F-4D97-AF65-F5344CB8AC3E}">
        <p14:creationId xmlns:p14="http://schemas.microsoft.com/office/powerpoint/2010/main" val="272169028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rdre du jour">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CFA5DBCA-C3A7-554C-80CD-9B2E51986E2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5" name="Titre 1">
            <a:extLst>
              <a:ext uri="{FF2B5EF4-FFF2-40B4-BE49-F238E27FC236}">
                <a16:creationId xmlns:a16="http://schemas.microsoft.com/office/drawing/2014/main" id="{A9726D2F-24A7-BE46-9285-211A5860678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Ordre du jour/Programme</a:t>
            </a:r>
          </a:p>
        </p:txBody>
      </p:sp>
      <p:sp>
        <p:nvSpPr>
          <p:cNvPr id="8" name="Espace réservé du texte 6">
            <a:extLst>
              <a:ext uri="{FF2B5EF4-FFF2-40B4-BE49-F238E27FC236}">
                <a16:creationId xmlns:a16="http://schemas.microsoft.com/office/drawing/2014/main" id="{D6910EBF-08E6-8540-896A-4B5E41727340}"/>
              </a:ext>
            </a:extLst>
          </p:cNvPr>
          <p:cNvSpPr>
            <a:spLocks noGrp="1"/>
          </p:cNvSpPr>
          <p:nvPr>
            <p:ph type="body" sz="quarter" idx="12" hasCustomPrompt="1"/>
          </p:nvPr>
        </p:nvSpPr>
        <p:spPr>
          <a:xfrm>
            <a:off x="3082132" y="3183284"/>
            <a:ext cx="1511300" cy="1501606"/>
          </a:xfrm>
          <a:prstGeom prst="rect">
            <a:avLst/>
          </a:prstGeom>
        </p:spPr>
        <p:txBody>
          <a:bodyPr wrap="square" lIns="0" tIns="0" rIns="0" bIns="0">
            <a:noAutofit/>
          </a:bodyPr>
          <a:lstStyle>
            <a:lvl1pPr marL="12700" indent="-12700" algn="l">
              <a:buNone/>
              <a:defRPr sz="1600"/>
            </a:lvl1pPr>
          </a:lstStyle>
          <a:p>
            <a:pPr algn="l"/>
            <a:r>
              <a:rPr lang="en-GB"/>
              <a:t>Point 2</a:t>
            </a:r>
          </a:p>
        </p:txBody>
      </p:sp>
      <p:sp>
        <p:nvSpPr>
          <p:cNvPr id="20" name="Espace réservé du texte 6">
            <a:extLst>
              <a:ext uri="{FF2B5EF4-FFF2-40B4-BE49-F238E27FC236}">
                <a16:creationId xmlns:a16="http://schemas.microsoft.com/office/drawing/2014/main" id="{59A27FAB-0B96-BC42-A996-4CFEF0565413}"/>
              </a:ext>
            </a:extLst>
          </p:cNvPr>
          <p:cNvSpPr>
            <a:spLocks noGrp="1"/>
          </p:cNvSpPr>
          <p:nvPr>
            <p:ph type="body" sz="quarter" idx="13" hasCustomPrompt="1"/>
          </p:nvPr>
        </p:nvSpPr>
        <p:spPr>
          <a:xfrm>
            <a:off x="5375275" y="3183284"/>
            <a:ext cx="1495426" cy="1501606"/>
          </a:xfrm>
          <a:prstGeom prst="rect">
            <a:avLst/>
          </a:prstGeom>
        </p:spPr>
        <p:txBody>
          <a:bodyPr wrap="square" lIns="0" tIns="0" rIns="0" bIns="0">
            <a:noAutofit/>
          </a:bodyPr>
          <a:lstStyle>
            <a:lvl1pPr marL="12700" indent="-12700" algn="l">
              <a:buNone/>
              <a:defRPr sz="1600"/>
            </a:lvl1pPr>
          </a:lstStyle>
          <a:p>
            <a:pPr algn="l"/>
            <a:r>
              <a:rPr lang="en-GB"/>
              <a:t>Point 3</a:t>
            </a:r>
          </a:p>
        </p:txBody>
      </p:sp>
      <p:sp>
        <p:nvSpPr>
          <p:cNvPr id="21" name="Espace réservé du texte 6">
            <a:extLst>
              <a:ext uri="{FF2B5EF4-FFF2-40B4-BE49-F238E27FC236}">
                <a16:creationId xmlns:a16="http://schemas.microsoft.com/office/drawing/2014/main" id="{538AB2AF-A230-3B46-B113-EE15B6AE6F57}"/>
              </a:ext>
            </a:extLst>
          </p:cNvPr>
          <p:cNvSpPr>
            <a:spLocks noGrp="1"/>
          </p:cNvSpPr>
          <p:nvPr>
            <p:ph type="body" sz="quarter" idx="14" hasCustomPrompt="1"/>
          </p:nvPr>
        </p:nvSpPr>
        <p:spPr>
          <a:xfrm>
            <a:off x="7643812" y="3183284"/>
            <a:ext cx="1504157" cy="1501606"/>
          </a:xfrm>
          <a:prstGeom prst="rect">
            <a:avLst/>
          </a:prstGeom>
        </p:spPr>
        <p:txBody>
          <a:bodyPr wrap="square" lIns="0" tIns="0" rIns="0" bIns="0">
            <a:no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600"/>
            </a:lvl1pPr>
          </a:lstStyle>
          <a:p>
            <a:pPr marL="12700" marR="0" lvl="0" indent="-12700" algn="ctr" defTabSz="914400" rtl="0" eaLnBrk="1" fontAlgn="auto" latinLnBrk="0" hangingPunct="1">
              <a:lnSpc>
                <a:spcPct val="100000"/>
              </a:lnSpc>
              <a:spcBef>
                <a:spcPct val="20000"/>
              </a:spcBef>
              <a:spcAft>
                <a:spcPct val="0"/>
              </a:spcAft>
              <a:buClrTx/>
              <a:buSzTx/>
              <a:buFont typeface="Arial" pitchFamily="34" charset="0"/>
              <a:buNone/>
              <a:defRPr/>
            </a:pPr>
            <a:r>
              <a:rPr lang="en-GB"/>
              <a:t>Point 4</a:t>
            </a:r>
            <a:endParaRPr lang="en-CA"/>
          </a:p>
        </p:txBody>
      </p:sp>
      <p:sp>
        <p:nvSpPr>
          <p:cNvPr id="22" name="Espace réservé du texte 6">
            <a:extLst>
              <a:ext uri="{FF2B5EF4-FFF2-40B4-BE49-F238E27FC236}">
                <a16:creationId xmlns:a16="http://schemas.microsoft.com/office/drawing/2014/main" id="{C31B4DD5-B41F-BE43-A386-8B7C4CFBC95E}"/>
              </a:ext>
            </a:extLst>
          </p:cNvPr>
          <p:cNvSpPr>
            <a:spLocks noGrp="1"/>
          </p:cNvSpPr>
          <p:nvPr>
            <p:ph type="body" sz="quarter" idx="15" hasCustomPrompt="1"/>
          </p:nvPr>
        </p:nvSpPr>
        <p:spPr>
          <a:xfrm>
            <a:off x="9912350" y="3183284"/>
            <a:ext cx="1512888" cy="1501606"/>
          </a:xfrm>
          <a:prstGeom prst="rect">
            <a:avLst/>
          </a:prstGeom>
        </p:spPr>
        <p:txBody>
          <a:bodyPr wrap="square" lIns="0" tIns="0" rIns="0" bIns="0">
            <a:noAutofit/>
          </a:bodyPr>
          <a:lstStyle>
            <a:lvl1pPr marL="12700" indent="-12700" algn="l">
              <a:buNone/>
              <a:defRPr sz="1600"/>
            </a:lvl1pPr>
          </a:lstStyle>
          <a:p>
            <a:pPr algn="l"/>
            <a:r>
              <a:rPr lang="en-GB"/>
              <a:t>Point 5</a:t>
            </a:r>
          </a:p>
        </p:txBody>
      </p:sp>
      <p:sp>
        <p:nvSpPr>
          <p:cNvPr id="23" name="Espace réservé du texte 6">
            <a:extLst>
              <a:ext uri="{FF2B5EF4-FFF2-40B4-BE49-F238E27FC236}">
                <a16:creationId xmlns:a16="http://schemas.microsoft.com/office/drawing/2014/main" id="{F0474AB2-DB08-9E4B-A6C3-760F6797669A}"/>
              </a:ext>
            </a:extLst>
          </p:cNvPr>
          <p:cNvSpPr>
            <a:spLocks noGrp="1"/>
          </p:cNvSpPr>
          <p:nvPr>
            <p:ph type="body" sz="quarter" idx="16" hasCustomPrompt="1"/>
          </p:nvPr>
        </p:nvSpPr>
        <p:spPr>
          <a:xfrm>
            <a:off x="804863" y="3183284"/>
            <a:ext cx="1511300" cy="1501606"/>
          </a:xfrm>
          <a:prstGeom prst="rect">
            <a:avLst/>
          </a:prstGeom>
        </p:spPr>
        <p:txBody>
          <a:bodyPr wrap="square" lIns="0" tIns="0" rIns="0" bIns="0">
            <a:noAutofit/>
          </a:bodyPr>
          <a:lstStyle>
            <a:lvl1pPr marL="12700" indent="-12700" algn="l">
              <a:buNone/>
              <a:defRPr sz="1600" baseline="0"/>
            </a:lvl1pPr>
          </a:lstStyle>
          <a:p>
            <a:pPr algn="l"/>
            <a:r>
              <a:rPr lang="en-GB"/>
              <a:t>Point 1</a:t>
            </a:r>
          </a:p>
        </p:txBody>
      </p:sp>
      <p:sp>
        <p:nvSpPr>
          <p:cNvPr id="24" name="ZoneTexte 23">
            <a:extLst>
              <a:ext uri="{FF2B5EF4-FFF2-40B4-BE49-F238E27FC236}">
                <a16:creationId xmlns:a16="http://schemas.microsoft.com/office/drawing/2014/main" id="{C4D4A3BE-8352-B64D-A05E-435E839F6443}"/>
              </a:ext>
            </a:extLst>
          </p:cNvPr>
          <p:cNvSpPr txBox="1"/>
          <p:nvPr userDrawn="1"/>
        </p:nvSpPr>
        <p:spPr>
          <a:xfrm flipH="1">
            <a:off x="1758462" y="3891020"/>
            <a:ext cx="0" cy="0"/>
          </a:xfrm>
          <a:prstGeom prst="rect">
            <a:avLst/>
          </a:prstGeom>
        </p:spPr>
        <p:txBody>
          <a:bodyPr vert="horz" wrap="none" lIns="0" tIns="0" rIns="0" bIns="0" rtlCol="0" anchor="t" anchorCtr="0">
            <a:noAutofit/>
          </a:bodyPr>
          <a:lstStyle/>
          <a:p>
            <a:pPr algn="l"/>
            <a:endParaRPr lang="en-CA"/>
          </a:p>
        </p:txBody>
      </p:sp>
    </p:spTree>
    <p:extLst>
      <p:ext uri="{BB962C8B-B14F-4D97-AF65-F5344CB8AC3E}">
        <p14:creationId xmlns:p14="http://schemas.microsoft.com/office/powerpoint/2010/main" val="275964396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rdre du jour 2">
    <p:spTree>
      <p:nvGrpSpPr>
        <p:cNvPr id="1" name=""/>
        <p:cNvGrpSpPr/>
        <p:nvPr/>
      </p:nvGrpSpPr>
      <p:grpSpPr>
        <a:xfrm>
          <a:off x="0" y="0"/>
          <a:ext cx="0" cy="0"/>
          <a:chOff x="0" y="0"/>
          <a:chExt cx="0" cy="0"/>
        </a:xfrm>
      </p:grpSpPr>
      <p:sp>
        <p:nvSpPr>
          <p:cNvPr id="4" name="Espace réservé du numéro de diapositive 2">
            <a:extLst>
              <a:ext uri="{FF2B5EF4-FFF2-40B4-BE49-F238E27FC236}">
                <a16:creationId xmlns:a16="http://schemas.microsoft.com/office/drawing/2014/main" id="{051FC886-5646-8B42-8205-7F4812E4D689}"/>
              </a:ext>
            </a:extLst>
          </p:cNvPr>
          <p:cNvSpPr>
            <a:spLocks noGrp="1"/>
          </p:cNvSpPr>
          <p:nvPr>
            <p:ph type="sldNum" sz="quarter" idx="10"/>
          </p:nvPr>
        </p:nvSpPr>
        <p:spPr>
          <a:xfrm>
            <a:off x="11163034" y="6264308"/>
            <a:ext cx="261660" cy="169200"/>
          </a:xfrm>
        </p:spPr>
        <p:txBody>
          <a:bodyPr>
            <a:noAutofit/>
          </a:bodyPr>
          <a:lstStyle/>
          <a:p>
            <a:fld id="{525A3C56-E491-49B2-93F3-63532DF516BC}" type="slidenum">
              <a:rPr lang="en-CA" smtClean="0"/>
              <a:t>‹N°›</a:t>
            </a:fld>
            <a:endParaRPr lang="en-CA"/>
          </a:p>
        </p:txBody>
      </p:sp>
      <p:sp>
        <p:nvSpPr>
          <p:cNvPr id="5" name="Titre 1">
            <a:extLst>
              <a:ext uri="{FF2B5EF4-FFF2-40B4-BE49-F238E27FC236}">
                <a16:creationId xmlns:a16="http://schemas.microsoft.com/office/drawing/2014/main" id="{36B801A2-3BBA-D34D-B59B-5F9C931D8302}"/>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Ordre du jour/Programme</a:t>
            </a:r>
          </a:p>
        </p:txBody>
      </p:sp>
    </p:spTree>
    <p:extLst>
      <p:ext uri="{BB962C8B-B14F-4D97-AF65-F5344CB8AC3E}">
        <p14:creationId xmlns:p14="http://schemas.microsoft.com/office/powerpoint/2010/main" val="426097581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oitié dégradé à gauch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1C1304A-5908-A946-8811-EDD4D770A477}"/>
              </a:ext>
            </a:extLst>
          </p:cNvPr>
          <p:cNvSpPr/>
          <p:nvPr userDrawn="1"/>
        </p:nvSpPr>
        <p:spPr bwMode="ltGray">
          <a:xfrm>
            <a:off x="0" y="3429000"/>
            <a:ext cx="6135291" cy="3429000"/>
          </a:xfrm>
          <a:prstGeom prst="rect">
            <a:avLst/>
          </a:prstGeom>
          <a:gradFill flip="none" rotWithShape="1">
            <a:gsLst>
              <a:gs pos="60000">
                <a:srgbClr val="A82465"/>
              </a:gs>
              <a:gs pos="0">
                <a:srgbClr val="E31937"/>
              </a:gs>
              <a:gs pos="100000">
                <a:srgbClr val="5236AB"/>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5" name="Text Placeholder 7">
            <a:extLst>
              <a:ext uri="{FF2B5EF4-FFF2-40B4-BE49-F238E27FC236}">
                <a16:creationId xmlns:a16="http://schemas.microsoft.com/office/drawing/2014/main" id="{9E338CE8-AFEA-1D48-B300-9353C7BBD1C6}"/>
              </a:ext>
            </a:extLst>
          </p:cNvPr>
          <p:cNvSpPr>
            <a:spLocks noGrp="1"/>
          </p:cNvSpPr>
          <p:nvPr>
            <p:ph type="body" sz="quarter" idx="19"/>
          </p:nvPr>
        </p:nvSpPr>
        <p:spPr bwMode="white">
          <a:xfrm>
            <a:off x="6888162" y="765175"/>
            <a:ext cx="4537076" cy="5327649"/>
          </a:xfrm>
          <a:prstGeom prst="rect">
            <a:avLst/>
          </a:prstGeom>
        </p:spPr>
        <p:txBody>
          <a:bodyPr lIns="0" tIns="0" rIns="0" bIns="0">
            <a:noAutofit/>
          </a:bodyPr>
          <a:lstStyle>
            <a:lvl1pPr marL="0" indent="0" algn="l">
              <a:spcBef>
                <a:spcPts val="600"/>
              </a:spcBef>
              <a:buClr>
                <a:srgbClr val="000000"/>
              </a:buClr>
              <a:buFont typeface="Arial" pitchFamily="34" charset="0"/>
              <a:buNone/>
              <a:defRPr sz="2000">
                <a:solidFill>
                  <a:schemeClr val="tx1"/>
                </a:solidFill>
              </a:defRPr>
            </a:lvl1pPr>
            <a:lvl2pPr algn="l">
              <a:buClr>
                <a:srgbClr val="000000"/>
              </a:buClr>
              <a:buFont typeface="Arial" pitchFamily="34" charset="0"/>
              <a:buChar char="•"/>
              <a:defRPr sz="1800">
                <a:solidFill>
                  <a:schemeClr val="tx1"/>
                </a:solidFill>
              </a:defRPr>
            </a:lvl2pPr>
            <a:lvl3pPr algn="l">
              <a:buClr>
                <a:srgbClr val="000000"/>
              </a:buClr>
              <a:buFont typeface="Arial" pitchFamily="34" charset="0"/>
              <a:buChar char="–"/>
              <a:defRPr lang="en-US" sz="1400" kern="1200" smtClean="0">
                <a:solidFill>
                  <a:schemeClr val="tx1"/>
                </a:solidFill>
                <a:latin typeface="+mn-lt"/>
                <a:ea typeface="+mn-ea"/>
                <a:cs typeface="+mn-cs"/>
              </a:defRPr>
            </a:lvl3pPr>
            <a:lvl4pPr algn="l">
              <a:buClr>
                <a:srgbClr val="000000"/>
              </a:buClr>
              <a:buFont typeface="Wingdings" pitchFamily="2" charset="2"/>
              <a:buChar char="§"/>
              <a:defRPr sz="1400">
                <a:solidFill>
                  <a:schemeClr val="tx1"/>
                </a:solidFill>
              </a:defRPr>
            </a:lvl4pPr>
            <a:lvl5pPr algn="l">
              <a:buClr>
                <a:srgbClr val="000000"/>
              </a:buClr>
              <a:buFont typeface="Courier New" panose="02070309020205020404" pitchFamily="49" charset="0"/>
              <a:buChar char="o"/>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8AE138B3-1645-2547-BE81-C54885415178}"/>
              </a:ext>
            </a:extLst>
          </p:cNvPr>
          <p:cNvSpPr/>
          <p:nvPr userDrawn="1"/>
        </p:nvSpPr>
        <p:spPr bwMode="ltGray">
          <a:xfrm>
            <a:off x="891" y="0"/>
            <a:ext cx="6134400" cy="3429000"/>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7" name="Text Placeholder 7">
            <a:extLst>
              <a:ext uri="{FF2B5EF4-FFF2-40B4-BE49-F238E27FC236}">
                <a16:creationId xmlns:a16="http://schemas.microsoft.com/office/drawing/2014/main" id="{093C6A10-58E0-AE40-82D4-EBA8243C8DC7}"/>
              </a:ext>
            </a:extLst>
          </p:cNvPr>
          <p:cNvSpPr>
            <a:spLocks noGrp="1"/>
          </p:cNvSpPr>
          <p:nvPr>
            <p:ph type="body" sz="quarter" idx="21" hasCustomPrompt="1"/>
          </p:nvPr>
        </p:nvSpPr>
        <p:spPr>
          <a:xfrm>
            <a:off x="766763" y="645905"/>
            <a:ext cx="4608512" cy="2508111"/>
          </a:xfrm>
          <a:prstGeom prst="rect">
            <a:avLst/>
          </a:prstGeom>
        </p:spPr>
        <p:txBody>
          <a:bodyPr lIns="0" tIns="0" rIns="0" bIns="0" anchor="t" anchorCtr="0">
            <a:noAutofit/>
          </a:bodyPr>
          <a:lstStyle>
            <a:lvl1pPr marL="0" indent="0" algn="l">
              <a:spcBef>
                <a:spcPct val="0"/>
              </a:spcBef>
              <a:buNone/>
              <a:defRPr sz="4800">
                <a:solidFill>
                  <a:schemeClr val="bg1"/>
                </a:solidFill>
                <a:latin typeface="+mj-lt"/>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err="1"/>
              <a:t>Titre</a:t>
            </a:r>
            <a:endParaRPr lang="en-US"/>
          </a:p>
        </p:txBody>
      </p:sp>
      <p:sp>
        <p:nvSpPr>
          <p:cNvPr id="8" name="TextBox 95" descr="Copyright_box&#10;">
            <a:extLst>
              <a:ext uri="{FF2B5EF4-FFF2-40B4-BE49-F238E27FC236}">
                <a16:creationId xmlns:a16="http://schemas.microsoft.com/office/drawing/2014/main" id="{6A41C026-3AD7-3149-A25D-6036C299BBD8}"/>
              </a:ext>
            </a:extLst>
          </p:cNvPr>
          <p:cNvSpPr txBox="1"/>
          <p:nvPr userDrawn="1"/>
        </p:nvSpPr>
        <p:spPr bwMode="white">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a:solidFill>
                  <a:schemeClr val="bg2"/>
                </a:solidFill>
                <a:latin typeface="+mn-lt"/>
              </a:rPr>
              <a:t>© 2025 CGI inc.</a:t>
            </a:r>
            <a:endParaRPr lang="en-CA" sz="1000" b="0" i="0" u="none">
              <a:solidFill>
                <a:schemeClr val="bg2"/>
              </a:solidFill>
              <a:latin typeface="+mn-lt"/>
              <a:cs typeface="Arial" pitchFamily="34" charset="0"/>
            </a:endParaRPr>
          </a:p>
        </p:txBody>
      </p:sp>
      <p:sp>
        <p:nvSpPr>
          <p:cNvPr id="9" name="Espace réservé du numéro de diapositive 2">
            <a:extLst>
              <a:ext uri="{FF2B5EF4-FFF2-40B4-BE49-F238E27FC236}">
                <a16:creationId xmlns:a16="http://schemas.microsoft.com/office/drawing/2014/main" id="{A28B614A-AA06-2540-83E7-D007DDE7C306}"/>
              </a:ext>
            </a:extLst>
          </p:cNvPr>
          <p:cNvSpPr>
            <a:spLocks noGrp="1"/>
          </p:cNvSpPr>
          <p:nvPr>
            <p:ph type="sldNum" sz="quarter" idx="10"/>
          </p:nvPr>
        </p:nvSpPr>
        <p:spPr>
          <a:xfrm>
            <a:off x="11163034" y="6264308"/>
            <a:ext cx="261660" cy="169200"/>
          </a:xfrm>
        </p:spPr>
        <p:txBody>
          <a:bodyPr>
            <a:noAutofit/>
          </a:bodyPr>
          <a:lstStyle/>
          <a:p>
            <a:fld id="{525A3C56-E491-49B2-93F3-63532DF516BC}" type="slidenum">
              <a:rPr lang="en-CA" smtClean="0"/>
              <a:t>‹N°›</a:t>
            </a:fld>
            <a:endParaRPr lang="en-CA"/>
          </a:p>
        </p:txBody>
      </p:sp>
      <p:sp>
        <p:nvSpPr>
          <p:cNvPr id="10" name="Text Placeholder 7">
            <a:extLst>
              <a:ext uri="{FF2B5EF4-FFF2-40B4-BE49-F238E27FC236}">
                <a16:creationId xmlns:a16="http://schemas.microsoft.com/office/drawing/2014/main" id="{3BE24042-C6FA-0F49-A70B-66E33B8C25EE}"/>
              </a:ext>
            </a:extLst>
          </p:cNvPr>
          <p:cNvSpPr>
            <a:spLocks noGrp="1"/>
          </p:cNvSpPr>
          <p:nvPr>
            <p:ph type="body" sz="quarter" idx="20" hasCustomPrompt="1"/>
          </p:nvPr>
        </p:nvSpPr>
        <p:spPr>
          <a:xfrm>
            <a:off x="766763" y="3724025"/>
            <a:ext cx="4608512" cy="2368800"/>
          </a:xfrm>
          <a:prstGeom prst="rect">
            <a:avLst/>
          </a:prstGeom>
        </p:spPr>
        <p:txBody>
          <a:bodyPr lIns="0" tIns="0" rIns="0" bIns="0">
            <a:noAutofit/>
          </a:bodyPr>
          <a:lstStyle>
            <a:lvl1pPr marL="0" indent="0" algn="l">
              <a:spcBef>
                <a:spcPts val="600"/>
              </a:spcBef>
              <a:buNone/>
              <a:defRPr sz="24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err="1"/>
              <a:t>Texte</a:t>
            </a:r>
            <a:endParaRPr lang="en-US"/>
          </a:p>
        </p:txBody>
      </p:sp>
    </p:spTree>
    <p:extLst>
      <p:ext uri="{BB962C8B-B14F-4D97-AF65-F5344CB8AC3E}">
        <p14:creationId xmlns:p14="http://schemas.microsoft.com/office/powerpoint/2010/main" val="2409144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oitié dégradé">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66BE0F-9BD6-0E40-9460-D34A4E070EC0}"/>
              </a:ext>
            </a:extLst>
          </p:cNvPr>
          <p:cNvSpPr/>
          <p:nvPr userDrawn="1"/>
        </p:nvSpPr>
        <p:spPr bwMode="ltGray">
          <a:xfrm>
            <a:off x="6132512" y="0"/>
            <a:ext cx="6064287" cy="6858000"/>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5" name="Title Placeholder 1">
            <a:extLst>
              <a:ext uri="{FF2B5EF4-FFF2-40B4-BE49-F238E27FC236}">
                <a16:creationId xmlns:a16="http://schemas.microsoft.com/office/drawing/2014/main" id="{F4E62D95-C3E7-D247-BD01-C133E73FC92E}"/>
              </a:ext>
            </a:extLst>
          </p:cNvPr>
          <p:cNvSpPr>
            <a:spLocks noGrp="1"/>
          </p:cNvSpPr>
          <p:nvPr>
            <p:ph type="title" hasCustomPrompt="1"/>
          </p:nvPr>
        </p:nvSpPr>
        <p:spPr bwMode="white">
          <a:xfrm>
            <a:off x="6888162" y="675022"/>
            <a:ext cx="4537076" cy="442554"/>
          </a:xfrm>
          <a:prstGeom prst="rect">
            <a:avLst/>
          </a:prstGeom>
        </p:spPr>
        <p:txBody>
          <a:bodyPr vert="horz" lIns="0" tIns="0" rIns="0" bIns="0" rtlCol="0" anchor="b" anchorCtr="0">
            <a:noAutofit/>
          </a:bodyPr>
          <a:lstStyle>
            <a:lvl1pPr algn="l">
              <a:defRPr sz="2800" b="0">
                <a:solidFill>
                  <a:schemeClr val="bg1"/>
                </a:solidFill>
                <a:latin typeface="+mj-lt"/>
              </a:defRPr>
            </a:lvl1pPr>
          </a:lstStyle>
          <a:p>
            <a:pPr lvl="0"/>
            <a:r>
              <a:rPr lang="en-US" noProof="0"/>
              <a:t>Cliquer pour ajouter le titre</a:t>
            </a:r>
            <a:endParaRPr lang="en-US"/>
          </a:p>
        </p:txBody>
      </p:sp>
      <p:sp>
        <p:nvSpPr>
          <p:cNvPr id="7" name="Text Placeholder 7">
            <a:extLst>
              <a:ext uri="{FF2B5EF4-FFF2-40B4-BE49-F238E27FC236}">
                <a16:creationId xmlns:a16="http://schemas.microsoft.com/office/drawing/2014/main" id="{D41B42D7-AAA3-834F-9B8B-AC9F156380D9}"/>
              </a:ext>
            </a:extLst>
          </p:cNvPr>
          <p:cNvSpPr>
            <a:spLocks noGrp="1"/>
          </p:cNvSpPr>
          <p:nvPr>
            <p:ph type="body" sz="quarter" idx="19"/>
          </p:nvPr>
        </p:nvSpPr>
        <p:spPr bwMode="white">
          <a:xfrm>
            <a:off x="6888162" y="1313645"/>
            <a:ext cx="4537076" cy="4779179"/>
          </a:xfrm>
          <a:prstGeom prst="rect">
            <a:avLst/>
          </a:prstGeom>
        </p:spPr>
        <p:txBody>
          <a:bodyPr lIns="0">
            <a:noAutofit/>
          </a:bodyPr>
          <a:lstStyle>
            <a:lvl1pPr marL="0" indent="0" algn="l">
              <a:spcBef>
                <a:spcPts val="600"/>
              </a:spcBef>
              <a:buNone/>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8" name="Text Placeholder 7">
            <a:extLst>
              <a:ext uri="{FF2B5EF4-FFF2-40B4-BE49-F238E27FC236}">
                <a16:creationId xmlns:a16="http://schemas.microsoft.com/office/drawing/2014/main" id="{4CB01012-C777-4F42-8ACD-C6368C209107}"/>
              </a:ext>
            </a:extLst>
          </p:cNvPr>
          <p:cNvSpPr>
            <a:spLocks noGrp="1"/>
          </p:cNvSpPr>
          <p:nvPr>
            <p:ph type="body" sz="quarter" idx="20"/>
          </p:nvPr>
        </p:nvSpPr>
        <p:spPr>
          <a:xfrm>
            <a:off x="766764" y="1313645"/>
            <a:ext cx="4608512" cy="4779179"/>
          </a:xfrm>
          <a:prstGeom prst="rect">
            <a:avLst/>
          </a:prstGeom>
        </p:spPr>
        <p:txBody>
          <a:bodyPr lIns="0">
            <a:noAutofit/>
          </a:bodyPr>
          <a:lstStyle>
            <a:lvl1pPr marL="0" indent="0" algn="l">
              <a:spcBef>
                <a:spcPts val="600"/>
              </a:spcBef>
              <a:buNone/>
              <a:defRPr sz="200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9" name="Text Placeholder 7">
            <a:extLst>
              <a:ext uri="{FF2B5EF4-FFF2-40B4-BE49-F238E27FC236}">
                <a16:creationId xmlns:a16="http://schemas.microsoft.com/office/drawing/2014/main" id="{9ADE69DB-C7EC-8C4D-A45F-9A8063D238C3}"/>
              </a:ext>
            </a:extLst>
          </p:cNvPr>
          <p:cNvSpPr>
            <a:spLocks noGrp="1"/>
          </p:cNvSpPr>
          <p:nvPr>
            <p:ph type="body" sz="quarter" idx="21" hasCustomPrompt="1"/>
          </p:nvPr>
        </p:nvSpPr>
        <p:spPr>
          <a:xfrm>
            <a:off x="766763" y="690335"/>
            <a:ext cx="4608511" cy="476332"/>
          </a:xfrm>
          <a:prstGeom prst="rect">
            <a:avLst/>
          </a:prstGeom>
        </p:spPr>
        <p:txBody>
          <a:bodyPr lIns="0" anchor="b" anchorCtr="0">
            <a:noAutofit/>
          </a:bodyPr>
          <a:lstStyle>
            <a:lvl1pPr marL="0" indent="0" algn="l">
              <a:spcBef>
                <a:spcPts val="600"/>
              </a:spcBef>
              <a:buNone/>
              <a:defRPr sz="2800">
                <a:solidFill>
                  <a:schemeClr val="tx1"/>
                </a:solidFill>
                <a:latin typeface="+mj-lt"/>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Cliquer pour ajouter le titre</a:t>
            </a:r>
            <a:endParaRPr lang="en-US"/>
          </a:p>
        </p:txBody>
      </p:sp>
      <p:sp>
        <p:nvSpPr>
          <p:cNvPr id="10" name="Espace réservé du numéro de diapositive 2">
            <a:extLst>
              <a:ext uri="{FF2B5EF4-FFF2-40B4-BE49-F238E27FC236}">
                <a16:creationId xmlns:a16="http://schemas.microsoft.com/office/drawing/2014/main" id="{B0CC5908-9650-874C-A596-9018501B857C}"/>
              </a:ext>
            </a:extLst>
          </p:cNvPr>
          <p:cNvSpPr>
            <a:spLocks noGrp="1"/>
          </p:cNvSpPr>
          <p:nvPr>
            <p:ph type="sldNum" sz="quarter" idx="4"/>
          </p:nvPr>
        </p:nvSpPr>
        <p:spPr>
          <a:xfrm>
            <a:off x="11163034" y="6264308"/>
            <a:ext cx="261660" cy="169200"/>
          </a:xfrm>
        </p:spPr>
        <p:txBody>
          <a:bodyPr>
            <a:noAutofit/>
          </a:bodyPr>
          <a:lstStyle>
            <a:lvl1pPr>
              <a:defRPr>
                <a:solidFill>
                  <a:schemeClr val="bg2"/>
                </a:solidFill>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28561389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oitié dégradé au-dessu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028463E-6F5A-C34E-9F76-CF7CF438D3F3}"/>
              </a:ext>
            </a:extLst>
          </p:cNvPr>
          <p:cNvSpPr/>
          <p:nvPr userDrawn="1"/>
        </p:nvSpPr>
        <p:spPr bwMode="gray">
          <a:xfrm>
            <a:off x="0" y="0"/>
            <a:ext cx="12196800" cy="3214800"/>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5" name="Text Placeholder 7">
            <a:extLst>
              <a:ext uri="{FF2B5EF4-FFF2-40B4-BE49-F238E27FC236}">
                <a16:creationId xmlns:a16="http://schemas.microsoft.com/office/drawing/2014/main" id="{7B4D4F43-FCC4-7940-BF26-80BC3EFA5D28}"/>
              </a:ext>
            </a:extLst>
          </p:cNvPr>
          <p:cNvSpPr>
            <a:spLocks noGrp="1"/>
          </p:cNvSpPr>
          <p:nvPr>
            <p:ph type="body" sz="quarter" idx="19" hasCustomPrompt="1"/>
          </p:nvPr>
        </p:nvSpPr>
        <p:spPr bwMode="white">
          <a:xfrm>
            <a:off x="766763" y="713658"/>
            <a:ext cx="10658475" cy="1873625"/>
          </a:xfrm>
          <a:prstGeom prst="rect">
            <a:avLst/>
          </a:prstGeom>
        </p:spPr>
        <p:txBody>
          <a:bodyPr lIns="0" tIns="0" rIns="0" bIns="0"/>
          <a:lstStyle>
            <a:lvl1pPr marL="0" indent="0" algn="l">
              <a:spcBef>
                <a:spcPts val="600"/>
              </a:spcBef>
              <a:buNone/>
              <a:defRPr sz="2000" baseline="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Cliquer pour ajouter du texte</a:t>
            </a:r>
            <a:endParaRPr lang="en-US"/>
          </a:p>
        </p:txBody>
      </p:sp>
      <p:sp>
        <p:nvSpPr>
          <p:cNvPr id="6" name="Text Placeholder 7">
            <a:extLst>
              <a:ext uri="{FF2B5EF4-FFF2-40B4-BE49-F238E27FC236}">
                <a16:creationId xmlns:a16="http://schemas.microsoft.com/office/drawing/2014/main" id="{8B55AD79-E89E-F94C-8E6E-47E81BAAFE81}"/>
              </a:ext>
            </a:extLst>
          </p:cNvPr>
          <p:cNvSpPr>
            <a:spLocks noGrp="1"/>
          </p:cNvSpPr>
          <p:nvPr>
            <p:ph type="body" sz="quarter" idx="20" hasCustomPrompt="1"/>
          </p:nvPr>
        </p:nvSpPr>
        <p:spPr>
          <a:xfrm>
            <a:off x="766763" y="3429000"/>
            <a:ext cx="3060700" cy="2663825"/>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err="1"/>
              <a:t>Ajouter du texte ici</a:t>
            </a:r>
            <a:endParaRPr lang="en-US"/>
          </a:p>
        </p:txBody>
      </p:sp>
      <p:sp>
        <p:nvSpPr>
          <p:cNvPr id="7" name="Text Placeholder 7">
            <a:extLst>
              <a:ext uri="{FF2B5EF4-FFF2-40B4-BE49-F238E27FC236}">
                <a16:creationId xmlns:a16="http://schemas.microsoft.com/office/drawing/2014/main" id="{490C4A5E-806F-B449-9FC2-674DB43D3774}"/>
              </a:ext>
            </a:extLst>
          </p:cNvPr>
          <p:cNvSpPr>
            <a:spLocks noGrp="1"/>
          </p:cNvSpPr>
          <p:nvPr>
            <p:ph type="body" sz="quarter" idx="21" hasCustomPrompt="1"/>
          </p:nvPr>
        </p:nvSpPr>
        <p:spPr>
          <a:xfrm>
            <a:off x="8401050" y="3429000"/>
            <a:ext cx="3024188" cy="2664296"/>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err="1"/>
              <a:t>Ajouter du texte ici</a:t>
            </a:r>
            <a:endParaRPr lang="en-US"/>
          </a:p>
        </p:txBody>
      </p:sp>
      <p:sp>
        <p:nvSpPr>
          <p:cNvPr id="8" name="Text Placeholder 7">
            <a:extLst>
              <a:ext uri="{FF2B5EF4-FFF2-40B4-BE49-F238E27FC236}">
                <a16:creationId xmlns:a16="http://schemas.microsoft.com/office/drawing/2014/main" id="{2BA1CE38-9517-C04D-BD3C-785CE4AAB523}"/>
              </a:ext>
            </a:extLst>
          </p:cNvPr>
          <p:cNvSpPr>
            <a:spLocks noGrp="1"/>
          </p:cNvSpPr>
          <p:nvPr>
            <p:ph type="body" sz="quarter" idx="22" hasCustomPrompt="1"/>
          </p:nvPr>
        </p:nvSpPr>
        <p:spPr>
          <a:xfrm>
            <a:off x="4583113" y="3429000"/>
            <a:ext cx="3025776" cy="2664296"/>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err="1"/>
              <a:t>Ajouter du texte ici</a:t>
            </a:r>
            <a:endParaRPr lang="en-US"/>
          </a:p>
        </p:txBody>
      </p:sp>
      <p:sp>
        <p:nvSpPr>
          <p:cNvPr id="9" name="Espace réservé du numéro de diapositive 2">
            <a:extLst>
              <a:ext uri="{FF2B5EF4-FFF2-40B4-BE49-F238E27FC236}">
                <a16:creationId xmlns:a16="http://schemas.microsoft.com/office/drawing/2014/main" id="{F7397D48-6C1F-0F4B-81AD-71A51B496E9A}"/>
              </a:ext>
            </a:extLst>
          </p:cNvPr>
          <p:cNvSpPr>
            <a:spLocks noGrp="1"/>
          </p:cNvSpPr>
          <p:nvPr>
            <p:ph type="sldNum" sz="quarter" idx="10"/>
          </p:nvPr>
        </p:nvSpPr>
        <p:spPr>
          <a:xfrm>
            <a:off x="11163034" y="6264308"/>
            <a:ext cx="261660" cy="169200"/>
          </a:xfrm>
        </p:spPr>
        <p:txBody>
          <a:bodyPr>
            <a:noAutofit/>
          </a:bodyPr>
          <a:lstStyle/>
          <a:p>
            <a:fld id="{525A3C56-E491-49B2-93F3-63532DF516BC}" type="slidenum">
              <a:rPr lang="en-CA" smtClean="0"/>
              <a:t>‹N°›</a:t>
            </a:fld>
            <a:endParaRPr lang="en-CA"/>
          </a:p>
        </p:txBody>
      </p:sp>
    </p:spTree>
    <p:extLst>
      <p:ext uri="{BB962C8B-B14F-4D97-AF65-F5344CB8AC3E}">
        <p14:creationId xmlns:p14="http://schemas.microsoft.com/office/powerpoint/2010/main" val="428694612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rriculum vitae (CV)">
    <p:spTree>
      <p:nvGrpSpPr>
        <p:cNvPr id="1" name=""/>
        <p:cNvGrpSpPr/>
        <p:nvPr/>
      </p:nvGrpSpPr>
      <p:grpSpPr>
        <a:xfrm>
          <a:off x="0" y="0"/>
          <a:ext cx="0" cy="0"/>
          <a:chOff x="0" y="0"/>
          <a:chExt cx="0" cy="0"/>
        </a:xfrm>
      </p:grpSpPr>
      <p:sp>
        <p:nvSpPr>
          <p:cNvPr id="4" name="Espace réservé pour une image  5">
            <a:extLst>
              <a:ext uri="{FF2B5EF4-FFF2-40B4-BE49-F238E27FC236}">
                <a16:creationId xmlns:a16="http://schemas.microsoft.com/office/drawing/2014/main" id="{7AAD05C6-28F2-5949-86F2-1B5BC7639AC4}"/>
              </a:ext>
            </a:extLst>
          </p:cNvPr>
          <p:cNvSpPr>
            <a:spLocks noGrp="1"/>
          </p:cNvSpPr>
          <p:nvPr>
            <p:ph type="pic" sz="quarter" idx="12" hasCustomPrompt="1"/>
          </p:nvPr>
        </p:nvSpPr>
        <p:spPr>
          <a:xfrm>
            <a:off x="766763" y="1573201"/>
            <a:ext cx="2305050" cy="2245763"/>
          </a:xfrm>
          <a:prstGeom prst="rect">
            <a:avLst/>
          </a:prstGeom>
        </p:spPr>
        <p:txBody>
          <a:bodyPr>
            <a:noAutofit/>
          </a:bodyPr>
          <a:lstStyle>
            <a:lvl1pPr>
              <a:buNone/>
              <a:defRPr sz="1400"/>
            </a:lvl1pPr>
          </a:lstStyle>
          <a:p>
            <a:r>
              <a:rPr lang="fr-CA"/>
              <a:t>Cliquer sur l'icône pour ajouter une image</a:t>
            </a:r>
            <a:endParaRPr lang="fr-FR"/>
          </a:p>
        </p:txBody>
      </p:sp>
      <p:sp>
        <p:nvSpPr>
          <p:cNvPr id="6" name="Espace réservé du texte 5">
            <a:extLst>
              <a:ext uri="{FF2B5EF4-FFF2-40B4-BE49-F238E27FC236}">
                <a16:creationId xmlns:a16="http://schemas.microsoft.com/office/drawing/2014/main" id="{FC61204A-C4F4-F447-8AE2-F98A13E570F6}"/>
              </a:ext>
            </a:extLst>
          </p:cNvPr>
          <p:cNvSpPr>
            <a:spLocks noGrp="1"/>
          </p:cNvSpPr>
          <p:nvPr>
            <p:ph type="body" sz="quarter" idx="13" hasCustomPrompt="1"/>
          </p:nvPr>
        </p:nvSpPr>
        <p:spPr>
          <a:xfrm>
            <a:off x="766764" y="3957329"/>
            <a:ext cx="2305050" cy="614671"/>
          </a:xfrm>
          <a:prstGeom prst="rect">
            <a:avLst/>
          </a:prstGeom>
        </p:spPr>
        <p:txBody>
          <a:bodyPr lIns="0" tIns="0" rIns="0" bIns="0">
            <a:noAutofit/>
          </a:bodyPr>
          <a:lstStyle>
            <a:lvl1pPr marL="0" indent="0">
              <a:buNone/>
              <a:defRPr sz="1600" b="1"/>
            </a:lvl1pPr>
            <a:lvl4pPr marL="1371600" indent="0">
              <a:buNone/>
              <a:defRPr/>
            </a:lvl4pPr>
          </a:lstStyle>
          <a:p>
            <a:pPr lvl="0"/>
            <a:r>
              <a:rPr lang="en-CA" err="1"/>
              <a:t>Prénom Nom</a:t>
            </a:r>
          </a:p>
        </p:txBody>
      </p:sp>
      <p:sp>
        <p:nvSpPr>
          <p:cNvPr id="9" name="Espace réservé du texte 5">
            <a:extLst>
              <a:ext uri="{FF2B5EF4-FFF2-40B4-BE49-F238E27FC236}">
                <a16:creationId xmlns:a16="http://schemas.microsoft.com/office/drawing/2014/main" id="{6D748139-EEC9-3443-A40E-44E57A58A3C7}"/>
              </a:ext>
            </a:extLst>
          </p:cNvPr>
          <p:cNvSpPr>
            <a:spLocks noGrp="1"/>
          </p:cNvSpPr>
          <p:nvPr>
            <p:ph type="body" sz="quarter" idx="14" hasCustomPrompt="1"/>
          </p:nvPr>
        </p:nvSpPr>
        <p:spPr>
          <a:xfrm>
            <a:off x="766764" y="4728184"/>
            <a:ext cx="2305050" cy="1364641"/>
          </a:xfrm>
          <a:prstGeom prst="rect">
            <a:avLst/>
          </a:prstGeom>
        </p:spPr>
        <p:txBody>
          <a:bodyPr lIns="0" tIns="0" rIns="0" bIns="0">
            <a:noAutofit/>
          </a:bodyPr>
          <a:lstStyle>
            <a:lvl1pPr marL="0" indent="0">
              <a:buNone/>
              <a:defRPr sz="1400" b="0"/>
            </a:lvl1pPr>
            <a:lvl4pPr marL="1371600" indent="0">
              <a:buNone/>
              <a:defRPr/>
            </a:lvl4pPr>
          </a:lstStyle>
          <a:p>
            <a:pPr lvl="0"/>
            <a:r>
              <a:rPr lang="en-CA"/>
              <a:t>Courte description</a:t>
            </a:r>
          </a:p>
        </p:txBody>
      </p:sp>
      <p:sp>
        <p:nvSpPr>
          <p:cNvPr id="13" name="Espace réservé du texte 12">
            <a:extLst>
              <a:ext uri="{FF2B5EF4-FFF2-40B4-BE49-F238E27FC236}">
                <a16:creationId xmlns:a16="http://schemas.microsoft.com/office/drawing/2014/main" id="{C58ECA42-F963-A040-A103-87B70E6AEEB5}"/>
              </a:ext>
            </a:extLst>
          </p:cNvPr>
          <p:cNvSpPr>
            <a:spLocks noGrp="1"/>
          </p:cNvSpPr>
          <p:nvPr>
            <p:ph type="body" sz="quarter" idx="15" hasCustomPrompt="1"/>
          </p:nvPr>
        </p:nvSpPr>
        <p:spPr>
          <a:xfrm>
            <a:off x="3827463" y="1571893"/>
            <a:ext cx="2066925" cy="328613"/>
          </a:xfrm>
          <a:prstGeom prst="rect">
            <a:avLst/>
          </a:prstGeom>
        </p:spPr>
        <p:txBody>
          <a:bodyPr lIns="0" tIns="0" rIns="0" bIns="0">
            <a:noAutofit/>
          </a:bodyPr>
          <a:lstStyle>
            <a:lvl1pPr marL="0" indent="0">
              <a:buNone/>
              <a:defRPr sz="1600" b="1"/>
            </a:lvl1pPr>
          </a:lstStyle>
          <a:p>
            <a:pPr lvl="0"/>
            <a:r>
              <a:rPr lang="en-CA"/>
              <a:t>Formation</a:t>
            </a:r>
          </a:p>
        </p:txBody>
      </p:sp>
      <p:sp>
        <p:nvSpPr>
          <p:cNvPr id="14" name="Espace réservé du texte 12">
            <a:extLst>
              <a:ext uri="{FF2B5EF4-FFF2-40B4-BE49-F238E27FC236}">
                <a16:creationId xmlns:a16="http://schemas.microsoft.com/office/drawing/2014/main" id="{98004762-0448-1B4A-8FEF-D3D363CEA960}"/>
              </a:ext>
            </a:extLst>
          </p:cNvPr>
          <p:cNvSpPr>
            <a:spLocks noGrp="1"/>
          </p:cNvSpPr>
          <p:nvPr>
            <p:ph type="body" sz="quarter" idx="16" hasCustomPrompt="1"/>
          </p:nvPr>
        </p:nvSpPr>
        <p:spPr>
          <a:xfrm>
            <a:off x="6601206" y="1567053"/>
            <a:ext cx="2066925" cy="328613"/>
          </a:xfrm>
          <a:prstGeom prst="rect">
            <a:avLst/>
          </a:prstGeom>
        </p:spPr>
        <p:txBody>
          <a:bodyPr lIns="0" tIns="0" rIns="0" bIns="0">
            <a:noAutofit/>
          </a:bodyPr>
          <a:lstStyle>
            <a:lvl1pPr marL="0" indent="0">
              <a:buNone/>
              <a:defRPr sz="1600" b="1"/>
            </a:lvl1pPr>
          </a:lstStyle>
          <a:p>
            <a:pPr lvl="0"/>
            <a:r>
              <a:rPr lang="en-CA" err="1"/>
              <a:t>Expérience</a:t>
            </a:r>
            <a:endParaRPr lang="en-CA"/>
          </a:p>
        </p:txBody>
      </p:sp>
      <p:sp>
        <p:nvSpPr>
          <p:cNvPr id="15" name="Espace réservé du texte 12">
            <a:extLst>
              <a:ext uri="{FF2B5EF4-FFF2-40B4-BE49-F238E27FC236}">
                <a16:creationId xmlns:a16="http://schemas.microsoft.com/office/drawing/2014/main" id="{A8684217-8B73-6846-8964-A3D5A8B8F819}"/>
              </a:ext>
            </a:extLst>
          </p:cNvPr>
          <p:cNvSpPr>
            <a:spLocks noGrp="1"/>
          </p:cNvSpPr>
          <p:nvPr>
            <p:ph type="body" sz="quarter" idx="17" hasCustomPrompt="1"/>
          </p:nvPr>
        </p:nvSpPr>
        <p:spPr>
          <a:xfrm>
            <a:off x="9338819" y="1567053"/>
            <a:ext cx="2066925" cy="328613"/>
          </a:xfrm>
          <a:prstGeom prst="rect">
            <a:avLst/>
          </a:prstGeom>
        </p:spPr>
        <p:txBody>
          <a:bodyPr lIns="0" tIns="0" rIns="0" bIns="0">
            <a:noAutofit/>
          </a:bodyPr>
          <a:lstStyle>
            <a:lvl1pPr marL="0" indent="0">
              <a:buNone/>
              <a:defRPr sz="1600" b="1"/>
            </a:lvl1pPr>
          </a:lstStyle>
          <a:p>
            <a:pPr lvl="0"/>
            <a:r>
              <a:rPr lang="en-CA" err="1"/>
              <a:t>Compétences</a:t>
            </a:r>
            <a:endParaRPr lang="en-CA"/>
          </a:p>
        </p:txBody>
      </p:sp>
      <p:sp>
        <p:nvSpPr>
          <p:cNvPr id="16" name="Espace réservé du texte 12">
            <a:extLst>
              <a:ext uri="{FF2B5EF4-FFF2-40B4-BE49-F238E27FC236}">
                <a16:creationId xmlns:a16="http://schemas.microsoft.com/office/drawing/2014/main" id="{20095CCD-CD5E-3949-AE61-F6C4C445012D}"/>
              </a:ext>
            </a:extLst>
          </p:cNvPr>
          <p:cNvSpPr>
            <a:spLocks noGrp="1"/>
          </p:cNvSpPr>
          <p:nvPr>
            <p:ph type="body" sz="quarter" idx="18" hasCustomPrompt="1"/>
          </p:nvPr>
        </p:nvSpPr>
        <p:spPr>
          <a:xfrm>
            <a:off x="3827463" y="2178757"/>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24" name="Espace réservé du texte 12">
            <a:extLst>
              <a:ext uri="{FF2B5EF4-FFF2-40B4-BE49-F238E27FC236}">
                <a16:creationId xmlns:a16="http://schemas.microsoft.com/office/drawing/2014/main" id="{AF74C33C-BE80-3E4F-AD16-B853AFB0DC94}"/>
              </a:ext>
            </a:extLst>
          </p:cNvPr>
          <p:cNvSpPr>
            <a:spLocks noGrp="1"/>
          </p:cNvSpPr>
          <p:nvPr>
            <p:ph type="body" sz="quarter" idx="21" hasCustomPrompt="1"/>
          </p:nvPr>
        </p:nvSpPr>
        <p:spPr>
          <a:xfrm>
            <a:off x="3827463" y="2510153"/>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25" name="Espace réservé du texte 12">
            <a:extLst>
              <a:ext uri="{FF2B5EF4-FFF2-40B4-BE49-F238E27FC236}">
                <a16:creationId xmlns:a16="http://schemas.microsoft.com/office/drawing/2014/main" id="{450C4AEB-3215-D247-8707-2CA376BCFA6C}"/>
              </a:ext>
            </a:extLst>
          </p:cNvPr>
          <p:cNvSpPr>
            <a:spLocks noGrp="1"/>
          </p:cNvSpPr>
          <p:nvPr>
            <p:ph type="body" sz="quarter" idx="22" hasCustomPrompt="1"/>
          </p:nvPr>
        </p:nvSpPr>
        <p:spPr>
          <a:xfrm>
            <a:off x="3827463" y="3577425"/>
            <a:ext cx="2076323" cy="309600"/>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26" name="Espace réservé du texte 12">
            <a:extLst>
              <a:ext uri="{FF2B5EF4-FFF2-40B4-BE49-F238E27FC236}">
                <a16:creationId xmlns:a16="http://schemas.microsoft.com/office/drawing/2014/main" id="{8DBD234F-66B6-D24F-8630-18330562C11D}"/>
              </a:ext>
            </a:extLst>
          </p:cNvPr>
          <p:cNvSpPr>
            <a:spLocks noGrp="1"/>
          </p:cNvSpPr>
          <p:nvPr>
            <p:ph type="body" sz="quarter" idx="23" hasCustomPrompt="1"/>
          </p:nvPr>
        </p:nvSpPr>
        <p:spPr>
          <a:xfrm>
            <a:off x="3827463" y="3908820"/>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27" name="Espace réservé du texte 12">
            <a:extLst>
              <a:ext uri="{FF2B5EF4-FFF2-40B4-BE49-F238E27FC236}">
                <a16:creationId xmlns:a16="http://schemas.microsoft.com/office/drawing/2014/main" id="{91D5779F-40F4-114C-8F51-0E0ED5801647}"/>
              </a:ext>
            </a:extLst>
          </p:cNvPr>
          <p:cNvSpPr>
            <a:spLocks noGrp="1"/>
          </p:cNvSpPr>
          <p:nvPr>
            <p:ph type="body" sz="quarter" idx="24" hasCustomPrompt="1"/>
          </p:nvPr>
        </p:nvSpPr>
        <p:spPr>
          <a:xfrm>
            <a:off x="3827463" y="4973153"/>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28" name="Espace réservé du texte 12">
            <a:extLst>
              <a:ext uri="{FF2B5EF4-FFF2-40B4-BE49-F238E27FC236}">
                <a16:creationId xmlns:a16="http://schemas.microsoft.com/office/drawing/2014/main" id="{02D4596C-769E-D04E-A5B1-EC681DAEE8E2}"/>
              </a:ext>
            </a:extLst>
          </p:cNvPr>
          <p:cNvSpPr>
            <a:spLocks noGrp="1"/>
          </p:cNvSpPr>
          <p:nvPr>
            <p:ph type="body" sz="quarter" idx="25" hasCustomPrompt="1"/>
          </p:nvPr>
        </p:nvSpPr>
        <p:spPr>
          <a:xfrm>
            <a:off x="3827463" y="5296457"/>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40" name="Espace réservé du texte 12">
            <a:extLst>
              <a:ext uri="{FF2B5EF4-FFF2-40B4-BE49-F238E27FC236}">
                <a16:creationId xmlns:a16="http://schemas.microsoft.com/office/drawing/2014/main" id="{47888554-5D19-8841-B473-5B61BFF2C10C}"/>
              </a:ext>
            </a:extLst>
          </p:cNvPr>
          <p:cNvSpPr>
            <a:spLocks noGrp="1"/>
          </p:cNvSpPr>
          <p:nvPr>
            <p:ph type="body" sz="quarter" idx="26" hasCustomPrompt="1"/>
          </p:nvPr>
        </p:nvSpPr>
        <p:spPr>
          <a:xfrm>
            <a:off x="6601206" y="2171405"/>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41" name="Espace réservé du texte 12">
            <a:extLst>
              <a:ext uri="{FF2B5EF4-FFF2-40B4-BE49-F238E27FC236}">
                <a16:creationId xmlns:a16="http://schemas.microsoft.com/office/drawing/2014/main" id="{3970DAEB-7645-454B-8955-9052575C98F7}"/>
              </a:ext>
            </a:extLst>
          </p:cNvPr>
          <p:cNvSpPr>
            <a:spLocks noGrp="1"/>
          </p:cNvSpPr>
          <p:nvPr>
            <p:ph type="body" sz="quarter" idx="27" hasCustomPrompt="1"/>
          </p:nvPr>
        </p:nvSpPr>
        <p:spPr>
          <a:xfrm>
            <a:off x="6601206" y="2502801"/>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42" name="Espace réservé du texte 12">
            <a:extLst>
              <a:ext uri="{FF2B5EF4-FFF2-40B4-BE49-F238E27FC236}">
                <a16:creationId xmlns:a16="http://schemas.microsoft.com/office/drawing/2014/main" id="{65E9429C-4B9C-2C44-8067-2A7B97747993}"/>
              </a:ext>
            </a:extLst>
          </p:cNvPr>
          <p:cNvSpPr>
            <a:spLocks noGrp="1"/>
          </p:cNvSpPr>
          <p:nvPr>
            <p:ph type="body" sz="quarter" idx="28" hasCustomPrompt="1"/>
          </p:nvPr>
        </p:nvSpPr>
        <p:spPr>
          <a:xfrm>
            <a:off x="6601206" y="3583521"/>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43" name="Espace réservé du texte 12">
            <a:extLst>
              <a:ext uri="{FF2B5EF4-FFF2-40B4-BE49-F238E27FC236}">
                <a16:creationId xmlns:a16="http://schemas.microsoft.com/office/drawing/2014/main" id="{C620E413-434A-AD48-9D92-DFC651AFAD06}"/>
              </a:ext>
            </a:extLst>
          </p:cNvPr>
          <p:cNvSpPr>
            <a:spLocks noGrp="1"/>
          </p:cNvSpPr>
          <p:nvPr>
            <p:ph type="body" sz="quarter" idx="29" hasCustomPrompt="1"/>
          </p:nvPr>
        </p:nvSpPr>
        <p:spPr>
          <a:xfrm>
            <a:off x="6601206" y="3914917"/>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44" name="Espace réservé du texte 12">
            <a:extLst>
              <a:ext uri="{FF2B5EF4-FFF2-40B4-BE49-F238E27FC236}">
                <a16:creationId xmlns:a16="http://schemas.microsoft.com/office/drawing/2014/main" id="{7CF6FBAA-EDE5-FB49-866C-B8EBCF06E86D}"/>
              </a:ext>
            </a:extLst>
          </p:cNvPr>
          <p:cNvSpPr>
            <a:spLocks noGrp="1"/>
          </p:cNvSpPr>
          <p:nvPr>
            <p:ph type="body" sz="quarter" idx="30" hasCustomPrompt="1"/>
          </p:nvPr>
        </p:nvSpPr>
        <p:spPr>
          <a:xfrm>
            <a:off x="6601206" y="4970105"/>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45" name="Espace réservé du texte 12">
            <a:extLst>
              <a:ext uri="{FF2B5EF4-FFF2-40B4-BE49-F238E27FC236}">
                <a16:creationId xmlns:a16="http://schemas.microsoft.com/office/drawing/2014/main" id="{CBAB841A-326D-C24E-9D5D-1F837FD3C32A}"/>
              </a:ext>
            </a:extLst>
          </p:cNvPr>
          <p:cNvSpPr>
            <a:spLocks noGrp="1"/>
          </p:cNvSpPr>
          <p:nvPr>
            <p:ph type="body" sz="quarter" idx="31" hasCustomPrompt="1"/>
          </p:nvPr>
        </p:nvSpPr>
        <p:spPr>
          <a:xfrm>
            <a:off x="6601206" y="5293409"/>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46" name="Espace réservé du texte 12">
            <a:extLst>
              <a:ext uri="{FF2B5EF4-FFF2-40B4-BE49-F238E27FC236}">
                <a16:creationId xmlns:a16="http://schemas.microsoft.com/office/drawing/2014/main" id="{95AD3CFD-2DE9-C943-BA43-8B744BAD8A28}"/>
              </a:ext>
            </a:extLst>
          </p:cNvPr>
          <p:cNvSpPr>
            <a:spLocks noGrp="1"/>
          </p:cNvSpPr>
          <p:nvPr>
            <p:ph type="body" sz="quarter" idx="32" hasCustomPrompt="1"/>
          </p:nvPr>
        </p:nvSpPr>
        <p:spPr>
          <a:xfrm>
            <a:off x="9338819" y="5689069"/>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47" name="Espace réservé du texte 12">
            <a:extLst>
              <a:ext uri="{FF2B5EF4-FFF2-40B4-BE49-F238E27FC236}">
                <a16:creationId xmlns:a16="http://schemas.microsoft.com/office/drawing/2014/main" id="{243ED50F-FE73-A540-9506-CF3FA6620F75}"/>
              </a:ext>
            </a:extLst>
          </p:cNvPr>
          <p:cNvSpPr>
            <a:spLocks noGrp="1"/>
          </p:cNvSpPr>
          <p:nvPr>
            <p:ph type="body" sz="quarter" idx="33" hasCustomPrompt="1"/>
          </p:nvPr>
        </p:nvSpPr>
        <p:spPr>
          <a:xfrm>
            <a:off x="9338819" y="2183913"/>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48" name="Espace réservé du texte 12">
            <a:extLst>
              <a:ext uri="{FF2B5EF4-FFF2-40B4-BE49-F238E27FC236}">
                <a16:creationId xmlns:a16="http://schemas.microsoft.com/office/drawing/2014/main" id="{2CCFDE26-46F5-944F-8BF0-84097E7D3521}"/>
              </a:ext>
            </a:extLst>
          </p:cNvPr>
          <p:cNvSpPr>
            <a:spLocks noGrp="1"/>
          </p:cNvSpPr>
          <p:nvPr>
            <p:ph type="body" sz="quarter" idx="34" hasCustomPrompt="1"/>
          </p:nvPr>
        </p:nvSpPr>
        <p:spPr>
          <a:xfrm>
            <a:off x="9338819" y="2882115"/>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49" name="Espace réservé du texte 12">
            <a:extLst>
              <a:ext uri="{FF2B5EF4-FFF2-40B4-BE49-F238E27FC236}">
                <a16:creationId xmlns:a16="http://schemas.microsoft.com/office/drawing/2014/main" id="{FC6B7BD4-1B8A-954F-85B0-4D37B7C641E0}"/>
              </a:ext>
            </a:extLst>
          </p:cNvPr>
          <p:cNvSpPr>
            <a:spLocks noGrp="1"/>
          </p:cNvSpPr>
          <p:nvPr>
            <p:ph type="body" sz="quarter" idx="35" hasCustomPrompt="1"/>
          </p:nvPr>
        </p:nvSpPr>
        <p:spPr>
          <a:xfrm>
            <a:off x="9338819" y="3567449"/>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50" name="Espace réservé du texte 12">
            <a:extLst>
              <a:ext uri="{FF2B5EF4-FFF2-40B4-BE49-F238E27FC236}">
                <a16:creationId xmlns:a16="http://schemas.microsoft.com/office/drawing/2014/main" id="{133898AB-EC8E-4C43-B65F-51B268B0E383}"/>
              </a:ext>
            </a:extLst>
          </p:cNvPr>
          <p:cNvSpPr>
            <a:spLocks noGrp="1"/>
          </p:cNvSpPr>
          <p:nvPr>
            <p:ph type="body" sz="quarter" idx="36" hasCustomPrompt="1"/>
          </p:nvPr>
        </p:nvSpPr>
        <p:spPr>
          <a:xfrm>
            <a:off x="9338819" y="4270366"/>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51" name="Espace réservé du texte 12">
            <a:extLst>
              <a:ext uri="{FF2B5EF4-FFF2-40B4-BE49-F238E27FC236}">
                <a16:creationId xmlns:a16="http://schemas.microsoft.com/office/drawing/2014/main" id="{248D277D-8ACF-F147-B6AA-2FEB83B1B063}"/>
              </a:ext>
            </a:extLst>
          </p:cNvPr>
          <p:cNvSpPr>
            <a:spLocks noGrp="1"/>
          </p:cNvSpPr>
          <p:nvPr>
            <p:ph type="body" sz="quarter" idx="37" hasCustomPrompt="1"/>
          </p:nvPr>
        </p:nvSpPr>
        <p:spPr>
          <a:xfrm>
            <a:off x="9338819" y="4982068"/>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71" name="Rectangle 70">
            <a:extLst>
              <a:ext uri="{FF2B5EF4-FFF2-40B4-BE49-F238E27FC236}">
                <a16:creationId xmlns:a16="http://schemas.microsoft.com/office/drawing/2014/main" id="{A3E2C9B9-D123-9140-9766-89B60B158F43}"/>
              </a:ext>
            </a:extLst>
          </p:cNvPr>
          <p:cNvSpPr/>
          <p:nvPr userDrawn="1"/>
        </p:nvSpPr>
        <p:spPr bwMode="gray">
          <a:xfrm>
            <a:off x="9329465" y="2502502"/>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72" name="Rectangle 71">
            <a:extLst>
              <a:ext uri="{FF2B5EF4-FFF2-40B4-BE49-F238E27FC236}">
                <a16:creationId xmlns:a16="http://schemas.microsoft.com/office/drawing/2014/main" id="{B3DD6D09-F468-D841-BF43-54F32E303D62}"/>
              </a:ext>
            </a:extLst>
          </p:cNvPr>
          <p:cNvSpPr/>
          <p:nvPr userDrawn="1"/>
        </p:nvSpPr>
        <p:spPr bwMode="gray">
          <a:xfrm>
            <a:off x="9329465" y="3208876"/>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73" name="Rectangle 72">
            <a:extLst>
              <a:ext uri="{FF2B5EF4-FFF2-40B4-BE49-F238E27FC236}">
                <a16:creationId xmlns:a16="http://schemas.microsoft.com/office/drawing/2014/main" id="{2298873A-8C14-B343-A7CC-7FB17B3A9CBE}"/>
              </a:ext>
            </a:extLst>
          </p:cNvPr>
          <p:cNvSpPr/>
          <p:nvPr userDrawn="1"/>
        </p:nvSpPr>
        <p:spPr bwMode="gray">
          <a:xfrm>
            <a:off x="9329465" y="3887637"/>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74" name="Rectangle 73">
            <a:extLst>
              <a:ext uri="{FF2B5EF4-FFF2-40B4-BE49-F238E27FC236}">
                <a16:creationId xmlns:a16="http://schemas.microsoft.com/office/drawing/2014/main" id="{90A4235C-75A4-A243-B4A1-0BC434FED741}"/>
              </a:ext>
            </a:extLst>
          </p:cNvPr>
          <p:cNvSpPr/>
          <p:nvPr userDrawn="1"/>
        </p:nvSpPr>
        <p:spPr bwMode="gray">
          <a:xfrm>
            <a:off x="9329465" y="4593946"/>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75" name="Rectangle 74">
            <a:extLst>
              <a:ext uri="{FF2B5EF4-FFF2-40B4-BE49-F238E27FC236}">
                <a16:creationId xmlns:a16="http://schemas.microsoft.com/office/drawing/2014/main" id="{A9CFB8E7-7827-3844-9CD8-99084B3B5665}"/>
              </a:ext>
            </a:extLst>
          </p:cNvPr>
          <p:cNvSpPr/>
          <p:nvPr userDrawn="1"/>
        </p:nvSpPr>
        <p:spPr bwMode="gray">
          <a:xfrm>
            <a:off x="9329465" y="5301603"/>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76" name="Rectangle 75">
            <a:extLst>
              <a:ext uri="{FF2B5EF4-FFF2-40B4-BE49-F238E27FC236}">
                <a16:creationId xmlns:a16="http://schemas.microsoft.com/office/drawing/2014/main" id="{9ADD0EBE-315C-554F-B291-C50A3881353F}"/>
              </a:ext>
            </a:extLst>
          </p:cNvPr>
          <p:cNvSpPr/>
          <p:nvPr userDrawn="1"/>
        </p:nvSpPr>
        <p:spPr bwMode="gray">
          <a:xfrm>
            <a:off x="9329465" y="6015718"/>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34" name="Espace réservé du numéro de diapositive 2">
            <a:extLst>
              <a:ext uri="{FF2B5EF4-FFF2-40B4-BE49-F238E27FC236}">
                <a16:creationId xmlns:a16="http://schemas.microsoft.com/office/drawing/2014/main" id="{23036407-D96C-C547-8CD5-FCAA41B9A8C9}"/>
              </a:ext>
            </a:extLst>
          </p:cNvPr>
          <p:cNvSpPr>
            <a:spLocks noGrp="1"/>
          </p:cNvSpPr>
          <p:nvPr>
            <p:ph type="sldNum" sz="quarter" idx="4"/>
          </p:nvPr>
        </p:nvSpPr>
        <p:spPr>
          <a:xfrm>
            <a:off x="11163034" y="6264308"/>
            <a:ext cx="261660" cy="169200"/>
          </a:xfrm>
        </p:spPr>
        <p:txBody>
          <a:bodyPr>
            <a:noAutofit/>
          </a:bodyPr>
          <a:lstStyle/>
          <a:p>
            <a:fld id="{525A3C56-E491-49B2-93F3-63532DF516BC}" type="slidenum">
              <a:rPr lang="en-CA" smtClean="0"/>
              <a:t>‹N°›</a:t>
            </a:fld>
            <a:endParaRPr lang="en-CA"/>
          </a:p>
        </p:txBody>
      </p:sp>
      <p:sp>
        <p:nvSpPr>
          <p:cNvPr id="3" name="ZoneTexte 2">
            <a:extLst>
              <a:ext uri="{FF2B5EF4-FFF2-40B4-BE49-F238E27FC236}">
                <a16:creationId xmlns:a16="http://schemas.microsoft.com/office/drawing/2014/main" id="{61B21103-E2FC-9A4F-B1FC-101DCF00FDC0}"/>
              </a:ext>
            </a:extLst>
          </p:cNvPr>
          <p:cNvSpPr txBox="1"/>
          <p:nvPr userDrawn="1"/>
        </p:nvSpPr>
        <p:spPr>
          <a:xfrm flipH="1">
            <a:off x="12708835" y="1311965"/>
            <a:ext cx="0" cy="0"/>
          </a:xfrm>
          <a:prstGeom prst="rect">
            <a:avLst/>
          </a:prstGeom>
        </p:spPr>
        <p:txBody>
          <a:bodyPr vert="horz" wrap="none" lIns="0" tIns="0" rIns="0" bIns="0" rtlCol="0" anchor="t" anchorCtr="0">
            <a:noAutofit/>
          </a:bodyPr>
          <a:lstStyle/>
          <a:p>
            <a:pPr algn="l"/>
            <a:endParaRPr lang="en-CA"/>
          </a:p>
        </p:txBody>
      </p:sp>
      <p:sp>
        <p:nvSpPr>
          <p:cNvPr id="35" name="Titre 1">
            <a:extLst>
              <a:ext uri="{FF2B5EF4-FFF2-40B4-BE49-F238E27FC236}">
                <a16:creationId xmlns:a16="http://schemas.microsoft.com/office/drawing/2014/main" id="{E0888284-0A0C-7449-8B9C-C2DC99508215}"/>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a:t>Curriculum vitae (CV)</a:t>
            </a:r>
          </a:p>
        </p:txBody>
      </p:sp>
    </p:spTree>
    <p:extLst>
      <p:ext uri="{BB962C8B-B14F-4D97-AF65-F5344CB8AC3E}">
        <p14:creationId xmlns:p14="http://schemas.microsoft.com/office/powerpoint/2010/main" val="410451899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rriculum vitae (CV) 2">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6A6AE6A5-1A13-4742-A77D-F63BCB614A4A}"/>
              </a:ext>
            </a:extLst>
          </p:cNvPr>
          <p:cNvSpPr/>
          <p:nvPr userDrawn="1"/>
        </p:nvSpPr>
        <p:spPr bwMode="gray">
          <a:xfrm flipH="1">
            <a:off x="0" y="3427200"/>
            <a:ext cx="6132512" cy="3430800"/>
          </a:xfrm>
          <a:prstGeom prst="rect">
            <a:avLst/>
          </a:prstGeom>
          <a:gradFill flip="none" rotWithShape="1">
            <a:gsLst>
              <a:gs pos="60000">
                <a:srgbClr val="A82465"/>
              </a:gs>
              <a:gs pos="0">
                <a:srgbClr val="E31937"/>
              </a:gs>
              <a:gs pos="100000">
                <a:srgbClr val="5236AB"/>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CA" sz="1600" b="1">
              <a:solidFill>
                <a:schemeClr val="bg1"/>
              </a:solidFill>
              <a:cs typeface="Arial" pitchFamily="34" charset="0"/>
            </a:endParaRPr>
          </a:p>
        </p:txBody>
      </p:sp>
      <p:sp>
        <p:nvSpPr>
          <p:cNvPr id="36" name="Rectangle 35">
            <a:extLst>
              <a:ext uri="{FF2B5EF4-FFF2-40B4-BE49-F238E27FC236}">
                <a16:creationId xmlns:a16="http://schemas.microsoft.com/office/drawing/2014/main" id="{33C30622-583D-8342-8DD4-7245D75E6DAB}"/>
              </a:ext>
            </a:extLst>
          </p:cNvPr>
          <p:cNvSpPr/>
          <p:nvPr userDrawn="1"/>
        </p:nvSpPr>
        <p:spPr bwMode="gray">
          <a:xfrm flipH="1">
            <a:off x="-1" y="0"/>
            <a:ext cx="6132513" cy="3430800"/>
          </a:xfrm>
          <a:prstGeom prst="rect">
            <a:avLst/>
          </a:pr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CA" sz="1600" b="1">
              <a:solidFill>
                <a:schemeClr val="bg1"/>
              </a:solidFill>
              <a:cs typeface="Arial" pitchFamily="34" charset="0"/>
            </a:endParaRPr>
          </a:p>
        </p:txBody>
      </p:sp>
      <p:sp>
        <p:nvSpPr>
          <p:cNvPr id="4" name="Espace réservé pour une image  5">
            <a:extLst>
              <a:ext uri="{FF2B5EF4-FFF2-40B4-BE49-F238E27FC236}">
                <a16:creationId xmlns:a16="http://schemas.microsoft.com/office/drawing/2014/main" id="{7AAD05C6-28F2-5949-86F2-1B5BC7639AC4}"/>
              </a:ext>
            </a:extLst>
          </p:cNvPr>
          <p:cNvSpPr>
            <a:spLocks noGrp="1"/>
          </p:cNvSpPr>
          <p:nvPr>
            <p:ph type="pic" sz="quarter" idx="12" hasCustomPrompt="1"/>
          </p:nvPr>
        </p:nvSpPr>
        <p:spPr bwMode="white">
          <a:xfrm>
            <a:off x="782385" y="1593129"/>
            <a:ext cx="1741619" cy="1696825"/>
          </a:xfrm>
          <a:prstGeom prst="rect">
            <a:avLst/>
          </a:prstGeom>
        </p:spPr>
        <p:txBody>
          <a:bodyPr>
            <a:noAutofit/>
          </a:bodyPr>
          <a:lstStyle>
            <a:lvl1pPr marL="0" indent="0">
              <a:buNone/>
              <a:defRPr sz="1400">
                <a:solidFill>
                  <a:schemeClr val="bg1"/>
                </a:solidFill>
              </a:defRPr>
            </a:lvl1pPr>
          </a:lstStyle>
          <a:p>
            <a:r>
              <a:rPr lang="fr-CA"/>
              <a:t>Cliquer sur l'icône pour ajouter une image</a:t>
            </a:r>
            <a:endParaRPr lang="fr-FR"/>
          </a:p>
        </p:txBody>
      </p:sp>
      <p:sp>
        <p:nvSpPr>
          <p:cNvPr id="6" name="Espace réservé du texte 5">
            <a:extLst>
              <a:ext uri="{FF2B5EF4-FFF2-40B4-BE49-F238E27FC236}">
                <a16:creationId xmlns:a16="http://schemas.microsoft.com/office/drawing/2014/main" id="{FC61204A-C4F4-F447-8AE2-F98A13E570F6}"/>
              </a:ext>
            </a:extLst>
          </p:cNvPr>
          <p:cNvSpPr>
            <a:spLocks noGrp="1"/>
          </p:cNvSpPr>
          <p:nvPr>
            <p:ph type="body" sz="quarter" idx="13" hasCustomPrompt="1"/>
          </p:nvPr>
        </p:nvSpPr>
        <p:spPr bwMode="white">
          <a:xfrm>
            <a:off x="2809187" y="1498601"/>
            <a:ext cx="2566087" cy="1763074"/>
          </a:xfrm>
          <a:prstGeom prst="rect">
            <a:avLst/>
          </a:prstGeom>
        </p:spPr>
        <p:txBody>
          <a:bodyPr lIns="0" tIns="0" rIns="0" bIns="0" anchor="t" anchorCtr="0">
            <a:noAutofit/>
          </a:bodyPr>
          <a:lstStyle>
            <a:lvl1pPr marL="0" indent="0">
              <a:lnSpc>
                <a:spcPct val="100000"/>
              </a:lnSpc>
              <a:spcBef>
                <a:spcPct val="0"/>
              </a:spcBef>
              <a:buNone/>
              <a:defRPr sz="2800" b="0">
                <a:solidFill>
                  <a:schemeClr val="bg2"/>
                </a:solidFill>
              </a:defRPr>
            </a:lvl1pPr>
            <a:lvl4pPr marL="1371600" indent="0">
              <a:buNone/>
              <a:defRPr/>
            </a:lvl4pPr>
          </a:lstStyle>
          <a:p>
            <a:pPr lvl="0"/>
            <a:r>
              <a:rPr lang="en-CA" err="1"/>
              <a:t>Prénom Nom</a:t>
            </a:r>
          </a:p>
        </p:txBody>
      </p:sp>
      <p:sp>
        <p:nvSpPr>
          <p:cNvPr id="9" name="Espace réservé du texte 5">
            <a:extLst>
              <a:ext uri="{FF2B5EF4-FFF2-40B4-BE49-F238E27FC236}">
                <a16:creationId xmlns:a16="http://schemas.microsoft.com/office/drawing/2014/main" id="{6D748139-EEC9-3443-A40E-44E57A58A3C7}"/>
              </a:ext>
            </a:extLst>
          </p:cNvPr>
          <p:cNvSpPr>
            <a:spLocks noGrp="1"/>
          </p:cNvSpPr>
          <p:nvPr>
            <p:ph type="body" sz="quarter" idx="14" hasCustomPrompt="1"/>
          </p:nvPr>
        </p:nvSpPr>
        <p:spPr bwMode="white">
          <a:xfrm>
            <a:off x="766763" y="3623647"/>
            <a:ext cx="4608512" cy="1419694"/>
          </a:xfrm>
          <a:prstGeom prst="rect">
            <a:avLst/>
          </a:prstGeom>
        </p:spPr>
        <p:txBody>
          <a:bodyPr lIns="0" tIns="0" rIns="0" bIns="0">
            <a:noAutofit/>
          </a:bodyPr>
          <a:lstStyle>
            <a:lvl1pPr marL="0" indent="0">
              <a:buNone/>
              <a:defRPr sz="1400" b="0">
                <a:solidFill>
                  <a:schemeClr val="bg2"/>
                </a:solidFill>
              </a:defRPr>
            </a:lvl1pPr>
            <a:lvl4pPr marL="1371600" indent="0">
              <a:buNone/>
              <a:defRPr/>
            </a:lvl4pPr>
          </a:lstStyle>
          <a:p>
            <a:pPr lvl="0"/>
            <a:r>
              <a:rPr lang="en-CA"/>
              <a:t>Description du rôle</a:t>
            </a:r>
          </a:p>
        </p:txBody>
      </p:sp>
      <p:sp>
        <p:nvSpPr>
          <p:cNvPr id="34" name="Espace réservé du numéro de diapositive 2">
            <a:extLst>
              <a:ext uri="{FF2B5EF4-FFF2-40B4-BE49-F238E27FC236}">
                <a16:creationId xmlns:a16="http://schemas.microsoft.com/office/drawing/2014/main" id="{23036407-D96C-C547-8CD5-FCAA41B9A8C9}"/>
              </a:ext>
            </a:extLst>
          </p:cNvPr>
          <p:cNvSpPr>
            <a:spLocks noGrp="1"/>
          </p:cNvSpPr>
          <p:nvPr>
            <p:ph type="sldNum" sz="quarter" idx="4"/>
          </p:nvPr>
        </p:nvSpPr>
        <p:spPr>
          <a:xfrm>
            <a:off x="11163034" y="6264308"/>
            <a:ext cx="261660" cy="169200"/>
          </a:xfrm>
        </p:spPr>
        <p:txBody>
          <a:bodyPr>
            <a:noAutofit/>
          </a:bodyPr>
          <a:lstStyle/>
          <a:p>
            <a:fld id="{525A3C56-E491-49B2-93F3-63532DF516BC}" type="slidenum">
              <a:rPr lang="en-CA" smtClean="0"/>
              <a:t>‹N°›</a:t>
            </a:fld>
            <a:endParaRPr lang="en-CA"/>
          </a:p>
        </p:txBody>
      </p:sp>
      <p:sp>
        <p:nvSpPr>
          <p:cNvPr id="37" name="Espace réservé du texte 5">
            <a:extLst>
              <a:ext uri="{FF2B5EF4-FFF2-40B4-BE49-F238E27FC236}">
                <a16:creationId xmlns:a16="http://schemas.microsoft.com/office/drawing/2014/main" id="{DFD44E52-293B-B848-886B-9D1D82FE4A79}"/>
              </a:ext>
            </a:extLst>
          </p:cNvPr>
          <p:cNvSpPr>
            <a:spLocks noGrp="1"/>
          </p:cNvSpPr>
          <p:nvPr>
            <p:ph type="body" sz="quarter" idx="15" hasCustomPrompt="1"/>
          </p:nvPr>
        </p:nvSpPr>
        <p:spPr>
          <a:xfrm>
            <a:off x="6888163" y="1564640"/>
            <a:ext cx="4537075" cy="2107068"/>
          </a:xfrm>
          <a:prstGeom prst="rect">
            <a:avLst/>
          </a:prstGeom>
        </p:spPr>
        <p:txBody>
          <a:bodyPr lIns="0" tIns="0" rIns="0" bIns="0">
            <a:noAutofit/>
          </a:bodyPr>
          <a:lstStyle>
            <a:lvl1pPr marL="0" indent="0">
              <a:buNone/>
              <a:defRPr sz="1400" b="0">
                <a:solidFill>
                  <a:schemeClr val="tx1"/>
                </a:solidFill>
              </a:defRPr>
            </a:lvl1pPr>
            <a:lvl4pPr marL="1371600" indent="0">
              <a:buNone/>
              <a:defRPr/>
            </a:lvl4pPr>
          </a:lstStyle>
          <a:p>
            <a:pPr lvl="0"/>
            <a:r>
              <a:rPr lang="en-CA" err="1"/>
              <a:t>Expérience</a:t>
            </a:r>
            <a:endParaRPr lang="en-CA"/>
          </a:p>
        </p:txBody>
      </p:sp>
      <p:sp>
        <p:nvSpPr>
          <p:cNvPr id="38" name="Espace réservé du texte 5">
            <a:extLst>
              <a:ext uri="{FF2B5EF4-FFF2-40B4-BE49-F238E27FC236}">
                <a16:creationId xmlns:a16="http://schemas.microsoft.com/office/drawing/2014/main" id="{3E39989B-2DDE-5247-B73C-383C56837D20}"/>
              </a:ext>
            </a:extLst>
          </p:cNvPr>
          <p:cNvSpPr>
            <a:spLocks noGrp="1"/>
          </p:cNvSpPr>
          <p:nvPr>
            <p:ph type="body" sz="quarter" idx="16" hasCustomPrompt="1"/>
          </p:nvPr>
        </p:nvSpPr>
        <p:spPr>
          <a:xfrm>
            <a:off x="6888163" y="3954963"/>
            <a:ext cx="4537075" cy="2137862"/>
          </a:xfrm>
          <a:prstGeom prst="rect">
            <a:avLst/>
          </a:prstGeom>
        </p:spPr>
        <p:txBody>
          <a:bodyPr lIns="0" tIns="0" rIns="0" bIns="0">
            <a:noAutofit/>
          </a:bodyPr>
          <a:lstStyle>
            <a:lvl1pPr marL="0" indent="0">
              <a:buNone/>
              <a:defRPr sz="1400" b="0">
                <a:solidFill>
                  <a:schemeClr val="tx1"/>
                </a:solidFill>
              </a:defRPr>
            </a:lvl1pPr>
            <a:lvl4pPr marL="1371600" indent="0">
              <a:buNone/>
              <a:defRPr/>
            </a:lvl4pPr>
          </a:lstStyle>
          <a:p>
            <a:pPr lvl="0"/>
            <a:r>
              <a:rPr lang="en-CA"/>
              <a:t>Formation</a:t>
            </a:r>
          </a:p>
        </p:txBody>
      </p:sp>
      <p:sp>
        <p:nvSpPr>
          <p:cNvPr id="39" name="Espace réservé du texte 5">
            <a:extLst>
              <a:ext uri="{FF2B5EF4-FFF2-40B4-BE49-F238E27FC236}">
                <a16:creationId xmlns:a16="http://schemas.microsoft.com/office/drawing/2014/main" id="{6C6C325E-052C-AE44-89AF-B30D4CFF7A90}"/>
              </a:ext>
            </a:extLst>
          </p:cNvPr>
          <p:cNvSpPr>
            <a:spLocks noGrp="1"/>
          </p:cNvSpPr>
          <p:nvPr>
            <p:ph type="body" sz="quarter" idx="17" hasCustomPrompt="1"/>
          </p:nvPr>
        </p:nvSpPr>
        <p:spPr bwMode="white">
          <a:xfrm>
            <a:off x="766763" y="5247854"/>
            <a:ext cx="4608512" cy="844971"/>
          </a:xfrm>
          <a:prstGeom prst="rect">
            <a:avLst/>
          </a:prstGeom>
        </p:spPr>
        <p:txBody>
          <a:bodyPr lIns="0" tIns="0" rIns="0" bIns="0">
            <a:noAutofit/>
          </a:bodyPr>
          <a:lstStyle>
            <a:lvl1pPr marL="0" indent="0">
              <a:buNone/>
              <a:defRPr sz="1400" b="0">
                <a:solidFill>
                  <a:schemeClr val="bg2"/>
                </a:solidFill>
              </a:defRPr>
            </a:lvl1pPr>
            <a:lvl4pPr marL="1371600" indent="0">
              <a:buNone/>
              <a:defRPr/>
            </a:lvl4pPr>
          </a:lstStyle>
          <a:p>
            <a:pPr lvl="0"/>
            <a:r>
              <a:rPr lang="en-CA" err="1"/>
              <a:t>Compétences</a:t>
            </a:r>
            <a:endParaRPr lang="en-CA"/>
          </a:p>
        </p:txBody>
      </p:sp>
      <p:sp>
        <p:nvSpPr>
          <p:cNvPr id="57" name="TextBox 95" descr="Copyright_box&#10;">
            <a:extLst>
              <a:ext uri="{FF2B5EF4-FFF2-40B4-BE49-F238E27FC236}">
                <a16:creationId xmlns:a16="http://schemas.microsoft.com/office/drawing/2014/main" id="{F3496105-D24A-B74D-8B49-1FCD491E2001}"/>
              </a:ext>
            </a:extLst>
          </p:cNvPr>
          <p:cNvSpPr txBox="1"/>
          <p:nvPr userDrawn="1"/>
        </p:nvSpPr>
        <p:spPr bwMode="white">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a:solidFill>
                  <a:schemeClr val="bg2"/>
                </a:solidFill>
                <a:latin typeface="+mn-lt"/>
              </a:rPr>
              <a:t>© 2025 CGI Inc.</a:t>
            </a:r>
            <a:endParaRPr lang="en-CA" sz="1000" b="0" i="0" u="none">
              <a:solidFill>
                <a:schemeClr val="bg2"/>
              </a:solidFill>
              <a:latin typeface="+mn-lt"/>
              <a:cs typeface="Arial" pitchFamily="34" charset="0"/>
            </a:endParaRPr>
          </a:p>
        </p:txBody>
      </p:sp>
      <p:sp>
        <p:nvSpPr>
          <p:cNvPr id="13" name="Titre 1">
            <a:extLst>
              <a:ext uri="{FF2B5EF4-FFF2-40B4-BE49-F238E27FC236}">
                <a16:creationId xmlns:a16="http://schemas.microsoft.com/office/drawing/2014/main" id="{F9E319C5-6679-B748-9558-446FD3EE7D46}"/>
              </a:ext>
            </a:extLst>
          </p:cNvPr>
          <p:cNvSpPr>
            <a:spLocks noGrp="1"/>
          </p:cNvSpPr>
          <p:nvPr>
            <p:ph type="title" hasCustomPrompt="1"/>
          </p:nvPr>
        </p:nvSpPr>
        <p:spPr bwMode="white">
          <a:xfrm>
            <a:off x="765737" y="683246"/>
            <a:ext cx="10676438" cy="531097"/>
          </a:xfrm>
        </p:spPr>
        <p:txBody>
          <a:bodyPr>
            <a:noAutofit/>
          </a:bodyPr>
          <a:lstStyle>
            <a:lvl1pPr>
              <a:defRPr sz="2800">
                <a:solidFill>
                  <a:schemeClr val="bg1"/>
                </a:solidFill>
              </a:defRPr>
            </a:lvl1pPr>
          </a:lstStyle>
          <a:p>
            <a:r>
              <a:rPr lang="en-CA"/>
              <a:t>Curriculum vitae (CV)</a:t>
            </a:r>
          </a:p>
        </p:txBody>
      </p:sp>
    </p:spTree>
    <p:extLst>
      <p:ext uri="{BB962C8B-B14F-4D97-AF65-F5344CB8AC3E}">
        <p14:creationId xmlns:p14="http://schemas.microsoft.com/office/powerpoint/2010/main" val="128725573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V">
    <p:spTree>
      <p:nvGrpSpPr>
        <p:cNvPr id="1" name=""/>
        <p:cNvGrpSpPr/>
        <p:nvPr/>
      </p:nvGrpSpPr>
      <p:grpSpPr>
        <a:xfrm>
          <a:off x="0" y="0"/>
          <a:ext cx="0" cy="0"/>
          <a:chOff x="0" y="0"/>
          <a:chExt cx="0" cy="0"/>
        </a:xfrm>
      </p:grpSpPr>
      <p:sp>
        <p:nvSpPr>
          <p:cNvPr id="19" name="Forme libre 13">
            <a:extLst>
              <a:ext uri="{FF2B5EF4-FFF2-40B4-BE49-F238E27FC236}">
                <a16:creationId xmlns:a16="http://schemas.microsoft.com/office/drawing/2014/main" id="{5C45700E-216F-B143-AB3D-B415EEE0460A}"/>
              </a:ext>
            </a:extLst>
          </p:cNvPr>
          <p:cNvSpPr>
            <a:spLocks noChangeAspect="1"/>
          </p:cNvSpPr>
          <p:nvPr userDrawn="1"/>
        </p:nvSpPr>
        <p:spPr bwMode="gray">
          <a:xfrm rot="16200000">
            <a:off x="10128740" y="773452"/>
            <a:ext cx="1307399" cy="130739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16800000" scaled="0"/>
          </a:gradFill>
          <a:ln w="9525" algn="ctr">
            <a:noFill/>
            <a:miter lim="800000"/>
          </a:ln>
          <a:effectLst/>
        </p:spPr>
        <p:txBody>
          <a:bodyPr lIns="63500" tIns="0" rIns="64800" bIns="0" rtlCol="0" anchor="ctr"/>
          <a:lstStyle/>
          <a:p>
            <a:pPr lvl="0" algn="ctr">
              <a:spcBef>
                <a:spcPct val="0"/>
              </a:spcBef>
              <a:buClrTx/>
              <a:buSzPct val="90000"/>
            </a:pPr>
            <a:endParaRPr lang="en-CA" sz="1600" b="1">
              <a:solidFill>
                <a:schemeClr val="bg1"/>
              </a:solidFill>
              <a:cs typeface="Arial" pitchFamily="34" charset="0"/>
            </a:endParaRPr>
          </a:p>
        </p:txBody>
      </p:sp>
      <p:sp>
        <p:nvSpPr>
          <p:cNvPr id="20" name="Picture Placeholder 6">
            <a:extLst>
              <a:ext uri="{FF2B5EF4-FFF2-40B4-BE49-F238E27FC236}">
                <a16:creationId xmlns:a16="http://schemas.microsoft.com/office/drawing/2014/main" id="{E1DAC4B7-C35F-7044-83C8-D938420F6B74}"/>
              </a:ext>
            </a:extLst>
          </p:cNvPr>
          <p:cNvSpPr>
            <a:spLocks noGrp="1"/>
          </p:cNvSpPr>
          <p:nvPr>
            <p:ph type="pic" sz="quarter" idx="11" hasCustomPrompt="1"/>
          </p:nvPr>
        </p:nvSpPr>
        <p:spPr>
          <a:xfrm>
            <a:off x="766763" y="765175"/>
            <a:ext cx="1268099" cy="1268099"/>
          </a:xfrm>
          <a:prstGeom prst="rect">
            <a:avLst/>
          </a:prstGeom>
        </p:spPr>
        <p:txBody>
          <a:bodyPr/>
          <a:lstStyle>
            <a:lvl1pPr>
              <a:buNone/>
              <a:defRPr sz="1400"/>
            </a:lvl1pPr>
          </a:lstStyle>
          <a:p>
            <a:r>
              <a:rPr lang="fr-FR"/>
              <a:t>Cliquer sur l'icône pour ajouter une image</a:t>
            </a:r>
            <a:endParaRPr lang="en-CA"/>
          </a:p>
        </p:txBody>
      </p:sp>
      <p:sp>
        <p:nvSpPr>
          <p:cNvPr id="21" name="Text Placeholder 8">
            <a:extLst>
              <a:ext uri="{FF2B5EF4-FFF2-40B4-BE49-F238E27FC236}">
                <a16:creationId xmlns:a16="http://schemas.microsoft.com/office/drawing/2014/main" id="{620F7682-4839-8640-BC2E-22CACF04844F}"/>
              </a:ext>
            </a:extLst>
          </p:cNvPr>
          <p:cNvSpPr>
            <a:spLocks noGrp="1"/>
          </p:cNvSpPr>
          <p:nvPr>
            <p:ph type="body" sz="quarter" idx="12" hasCustomPrompt="1"/>
          </p:nvPr>
        </p:nvSpPr>
        <p:spPr>
          <a:xfrm>
            <a:off x="2316312" y="883341"/>
            <a:ext cx="6840388" cy="400727"/>
          </a:xfrm>
          <a:prstGeom prst="rect">
            <a:avLst/>
          </a:prstGeom>
        </p:spPr>
        <p:txBody>
          <a:bodyPr lIns="0" tIns="0" rIns="0" bIns="0"/>
          <a:lstStyle>
            <a:lvl1pPr>
              <a:buNone/>
              <a:defRPr sz="2800"/>
            </a:lvl1pPr>
          </a:lstStyle>
          <a:p>
            <a:pPr lvl="0"/>
            <a:r>
              <a:rPr lang="en-CA" err="1"/>
              <a:t>Prénom et nom</a:t>
            </a:r>
          </a:p>
        </p:txBody>
      </p:sp>
      <p:sp>
        <p:nvSpPr>
          <p:cNvPr id="22" name="Text Placeholder 8">
            <a:extLst>
              <a:ext uri="{FF2B5EF4-FFF2-40B4-BE49-F238E27FC236}">
                <a16:creationId xmlns:a16="http://schemas.microsoft.com/office/drawing/2014/main" id="{EF63D75B-27D2-1A46-8CF6-000336CAFAEB}"/>
              </a:ext>
            </a:extLst>
          </p:cNvPr>
          <p:cNvSpPr>
            <a:spLocks noGrp="1"/>
          </p:cNvSpPr>
          <p:nvPr>
            <p:ph type="body" sz="quarter" idx="14" hasCustomPrompt="1"/>
          </p:nvPr>
        </p:nvSpPr>
        <p:spPr>
          <a:xfrm>
            <a:off x="2316312" y="1390015"/>
            <a:ext cx="6840388" cy="242304"/>
          </a:xfrm>
          <a:prstGeom prst="rect">
            <a:avLst/>
          </a:prstGeom>
        </p:spPr>
        <p:txBody>
          <a:bodyPr lIns="0" tIns="0" rIns="0" bIns="0"/>
          <a:lstStyle>
            <a:lvl1pPr>
              <a:buNone/>
              <a:defRPr sz="1400" b="1" baseline="0">
                <a:solidFill>
                  <a:schemeClr val="accent1"/>
                </a:solidFill>
              </a:defRPr>
            </a:lvl1pPr>
          </a:lstStyle>
          <a:p>
            <a:pPr lvl="0"/>
            <a:r>
              <a:rPr lang="en-CA" err="1"/>
              <a:t>Insérer votre titre ici</a:t>
            </a:r>
            <a:endParaRPr lang="en-CA"/>
          </a:p>
        </p:txBody>
      </p:sp>
      <p:sp>
        <p:nvSpPr>
          <p:cNvPr id="23" name="Text Placeholder 8">
            <a:extLst>
              <a:ext uri="{FF2B5EF4-FFF2-40B4-BE49-F238E27FC236}">
                <a16:creationId xmlns:a16="http://schemas.microsoft.com/office/drawing/2014/main" id="{4D12600E-F927-204E-9785-6D21E75B2E9D}"/>
              </a:ext>
            </a:extLst>
          </p:cNvPr>
          <p:cNvSpPr>
            <a:spLocks noGrp="1"/>
          </p:cNvSpPr>
          <p:nvPr>
            <p:ph type="body" sz="quarter" idx="16" hasCustomPrompt="1"/>
          </p:nvPr>
        </p:nvSpPr>
        <p:spPr>
          <a:xfrm>
            <a:off x="2316312" y="1644886"/>
            <a:ext cx="6840388" cy="269303"/>
          </a:xfrm>
          <a:prstGeom prst="rect">
            <a:avLst/>
          </a:prstGeom>
        </p:spPr>
        <p:txBody>
          <a:bodyPr lIns="0" tIns="0" rIns="0" bIns="0"/>
          <a:lstStyle>
            <a:lvl1pPr marL="0">
              <a:buNone/>
              <a:defRPr sz="1400"/>
            </a:lvl1pPr>
          </a:lstStyle>
          <a:p>
            <a:pPr lvl="0"/>
            <a:r>
              <a:rPr lang="en-CA" err="1"/>
              <a:t>Insérer vos années d’experiences et vos champs d’expertise ici</a:t>
            </a:r>
            <a:endParaRPr lang="en-CA"/>
          </a:p>
        </p:txBody>
      </p:sp>
      <p:cxnSp>
        <p:nvCxnSpPr>
          <p:cNvPr id="24" name="Straight Connector 23">
            <a:extLst>
              <a:ext uri="{FF2B5EF4-FFF2-40B4-BE49-F238E27FC236}">
                <a16:creationId xmlns:a16="http://schemas.microsoft.com/office/drawing/2014/main" id="{88D1CEE3-25F9-A644-B5D1-88B5CE31DFE8}"/>
              </a:ext>
            </a:extLst>
          </p:cNvPr>
          <p:cNvCxnSpPr/>
          <p:nvPr userDrawn="1"/>
        </p:nvCxnSpPr>
        <p:spPr bwMode="gray">
          <a:xfrm>
            <a:off x="2316163" y="2039050"/>
            <a:ext cx="1511449" cy="0"/>
          </a:xfrm>
          <a:prstGeom prst="line">
            <a:avLst/>
          </a:prstGeom>
          <a:noFill/>
          <a:ln w="12700">
            <a:solidFill>
              <a:schemeClr val="tx1"/>
            </a:solidFill>
            <a:round/>
          </a:ln>
          <a:effectLst/>
        </p:spPr>
      </p:cxnSp>
      <p:sp>
        <p:nvSpPr>
          <p:cNvPr id="25" name="TextBox 24">
            <a:extLst>
              <a:ext uri="{FF2B5EF4-FFF2-40B4-BE49-F238E27FC236}">
                <a16:creationId xmlns:a16="http://schemas.microsoft.com/office/drawing/2014/main" id="{0BBE6FF5-40B6-334C-8F6E-E695402E0444}"/>
              </a:ext>
            </a:extLst>
          </p:cNvPr>
          <p:cNvSpPr txBox="1"/>
          <p:nvPr userDrawn="1"/>
        </p:nvSpPr>
        <p:spPr>
          <a:xfrm flipH="1">
            <a:off x="2704563" y="746975"/>
            <a:ext cx="0" cy="0"/>
          </a:xfrm>
          <a:prstGeom prst="rect">
            <a:avLst/>
          </a:prstGeom>
        </p:spPr>
        <p:txBody>
          <a:bodyPr vert="horz" wrap="none" lIns="0" tIns="0" rIns="0" bIns="0" rtlCol="0" anchor="t" anchorCtr="0">
            <a:normAutofit fontScale="25000" lnSpcReduction="20000"/>
          </a:bodyPr>
          <a:lstStyle/>
          <a:p>
            <a:pPr algn="l"/>
            <a:endParaRPr lang="en-CA"/>
          </a:p>
        </p:txBody>
      </p:sp>
      <p:sp>
        <p:nvSpPr>
          <p:cNvPr id="27" name="Text Placeholder 3">
            <a:extLst>
              <a:ext uri="{FF2B5EF4-FFF2-40B4-BE49-F238E27FC236}">
                <a16:creationId xmlns:a16="http://schemas.microsoft.com/office/drawing/2014/main" id="{FBFE1A4F-1319-5F40-82D6-46309EFFB0F2}"/>
              </a:ext>
            </a:extLst>
          </p:cNvPr>
          <p:cNvSpPr>
            <a:spLocks noGrp="1"/>
          </p:cNvSpPr>
          <p:nvPr>
            <p:ph type="body" sz="quarter" idx="20" hasCustomPrompt="1"/>
          </p:nvPr>
        </p:nvSpPr>
        <p:spPr>
          <a:xfrm>
            <a:off x="2309813" y="2169441"/>
            <a:ext cx="9115474" cy="262674"/>
          </a:xfrm>
          <a:prstGeom prst="rect">
            <a:avLst/>
          </a:prstGeom>
        </p:spPr>
        <p:txBody>
          <a:bodyPr lIns="0" tIns="0" rIns="0" bIns="0"/>
          <a:lstStyle>
            <a:lvl1pPr marL="0" indent="0">
              <a:spcBef>
                <a:spcPct val="0"/>
              </a:spcBef>
              <a:buNone/>
              <a:defRPr sz="1200" b="1">
                <a:solidFill>
                  <a:schemeClr val="accent3"/>
                </a:solidFill>
              </a:defRPr>
            </a:lvl1pPr>
          </a:lstStyle>
          <a:p>
            <a:r>
              <a:rPr lang="en-CA" err="1"/>
              <a:t>Profil</a:t>
            </a:r>
            <a:endParaRPr lang="en-CA"/>
          </a:p>
        </p:txBody>
      </p:sp>
      <p:sp>
        <p:nvSpPr>
          <p:cNvPr id="28" name="Text Placeholder 3">
            <a:extLst>
              <a:ext uri="{FF2B5EF4-FFF2-40B4-BE49-F238E27FC236}">
                <a16:creationId xmlns:a16="http://schemas.microsoft.com/office/drawing/2014/main" id="{2DF68F94-DB4D-3642-8310-76BAD8D95A68}"/>
              </a:ext>
            </a:extLst>
          </p:cNvPr>
          <p:cNvSpPr>
            <a:spLocks noGrp="1"/>
          </p:cNvSpPr>
          <p:nvPr>
            <p:ph type="body" sz="quarter" idx="22" hasCustomPrompt="1"/>
          </p:nvPr>
        </p:nvSpPr>
        <p:spPr>
          <a:xfrm>
            <a:off x="2309813" y="3545839"/>
            <a:ext cx="9115474" cy="262674"/>
          </a:xfrm>
          <a:prstGeom prst="rect">
            <a:avLst/>
          </a:prstGeom>
        </p:spPr>
        <p:txBody>
          <a:bodyPr lIns="0" tIns="0" rIns="0" bIns="0"/>
          <a:lstStyle>
            <a:lvl1pPr marL="0" indent="0">
              <a:spcBef>
                <a:spcPct val="0"/>
              </a:spcBef>
              <a:buFont typeface="Arial" pitchFamily="34" charset="0"/>
              <a:buNone/>
              <a:defRPr sz="1200" b="1">
                <a:solidFill>
                  <a:schemeClr val="accent3"/>
                </a:solidFill>
              </a:defRPr>
            </a:lvl1pPr>
          </a:lstStyle>
          <a:p>
            <a:pPr indent="0">
              <a:buFont typeface="Arial" pitchFamily="34" charset="0"/>
              <a:buNone/>
            </a:pPr>
            <a:r>
              <a:rPr lang="en-CA" sz="1200" b="1" err="1">
                <a:solidFill>
                  <a:schemeClr val="accent3"/>
                </a:solidFill>
              </a:rPr>
              <a:t>Expérience chez CGI</a:t>
            </a:r>
          </a:p>
        </p:txBody>
      </p:sp>
      <p:sp>
        <p:nvSpPr>
          <p:cNvPr id="29" name="Text Placeholder 8">
            <a:extLst>
              <a:ext uri="{FF2B5EF4-FFF2-40B4-BE49-F238E27FC236}">
                <a16:creationId xmlns:a16="http://schemas.microsoft.com/office/drawing/2014/main" id="{EE8A863E-8FBF-724E-80FA-10640EBD0C4C}"/>
              </a:ext>
            </a:extLst>
          </p:cNvPr>
          <p:cNvSpPr>
            <a:spLocks noGrp="1"/>
          </p:cNvSpPr>
          <p:nvPr>
            <p:ph type="body" sz="quarter" idx="19" hasCustomPrompt="1"/>
          </p:nvPr>
        </p:nvSpPr>
        <p:spPr>
          <a:xfrm>
            <a:off x="2316163" y="2364654"/>
            <a:ext cx="9109075" cy="903855"/>
          </a:xfrm>
          <a:prstGeom prst="rect">
            <a:avLst/>
          </a:prstGeom>
        </p:spPr>
        <p:txBody>
          <a:bodyPr lIns="0" tIns="0" rIns="0" bIns="0"/>
          <a:lstStyle>
            <a:lvl1pPr marL="0" indent="-102625">
              <a:lnSpc>
                <a:spcPct val="150000"/>
              </a:lnSpc>
              <a:spcBef>
                <a:spcPct val="0"/>
              </a:spcBef>
              <a:buFont typeface="Arial" pitchFamily="34" charset="0"/>
              <a:buNone/>
              <a:defRPr sz="900" b="0">
                <a:solidFill>
                  <a:schemeClr val="tx1"/>
                </a:solidFill>
              </a:defRPr>
            </a:lvl1pPr>
          </a:lstStyle>
          <a:p>
            <a:pPr lvl="0"/>
            <a:r>
              <a:rPr lang="en-CA" err="1"/>
              <a:t>Texte</a:t>
            </a:r>
            <a:endParaRPr lang="en-CA"/>
          </a:p>
        </p:txBody>
      </p:sp>
      <p:sp>
        <p:nvSpPr>
          <p:cNvPr id="30" name="Text Placeholder 8">
            <a:extLst>
              <a:ext uri="{FF2B5EF4-FFF2-40B4-BE49-F238E27FC236}">
                <a16:creationId xmlns:a16="http://schemas.microsoft.com/office/drawing/2014/main" id="{D72408D2-5287-F14F-85A3-5EEFBBA9471E}"/>
              </a:ext>
            </a:extLst>
          </p:cNvPr>
          <p:cNvSpPr>
            <a:spLocks noGrp="1"/>
          </p:cNvSpPr>
          <p:nvPr>
            <p:ph type="body" sz="quarter" idx="21" hasCustomPrompt="1"/>
          </p:nvPr>
        </p:nvSpPr>
        <p:spPr>
          <a:xfrm>
            <a:off x="2316163" y="3752482"/>
            <a:ext cx="9109075" cy="2168258"/>
          </a:xfrm>
          <a:prstGeom prst="rect">
            <a:avLst/>
          </a:prstGeom>
        </p:spPr>
        <p:txBody>
          <a:bodyPr lIns="0" tIns="0" rIns="0" bIns="0" numCol="2" spcCol="180000"/>
          <a:lstStyle>
            <a:lvl1pPr marL="0" indent="-104400">
              <a:lnSpc>
                <a:spcPct val="150000"/>
              </a:lnSpc>
              <a:spcBef>
                <a:spcPct val="0"/>
              </a:spcBef>
              <a:buFont typeface="Arial" pitchFamily="34" charset="0"/>
              <a:buChar char="•"/>
              <a:defRPr sz="900" b="0">
                <a:solidFill>
                  <a:schemeClr val="tx1"/>
                </a:solidFill>
              </a:defRPr>
            </a:lvl1pPr>
          </a:lstStyle>
          <a:p>
            <a:pPr lvl="0"/>
            <a:r>
              <a:rPr lang="en-CA" err="1"/>
              <a:t>Texte</a:t>
            </a:r>
            <a:endParaRPr lang="en-CA"/>
          </a:p>
        </p:txBody>
      </p:sp>
      <p:sp>
        <p:nvSpPr>
          <p:cNvPr id="31" name="TextBox 30">
            <a:extLst>
              <a:ext uri="{FF2B5EF4-FFF2-40B4-BE49-F238E27FC236}">
                <a16:creationId xmlns:a16="http://schemas.microsoft.com/office/drawing/2014/main" id="{DE4FEFE0-9196-B245-B2EE-BE76B7D8F618}"/>
              </a:ext>
            </a:extLst>
          </p:cNvPr>
          <p:cNvSpPr txBox="1"/>
          <p:nvPr userDrawn="1"/>
        </p:nvSpPr>
        <p:spPr>
          <a:xfrm flipH="1">
            <a:off x="3313355" y="4367605"/>
            <a:ext cx="0" cy="0"/>
          </a:xfrm>
          <a:prstGeom prst="rect">
            <a:avLst/>
          </a:prstGeom>
        </p:spPr>
        <p:txBody>
          <a:bodyPr vert="horz" wrap="none" lIns="0" tIns="0" rIns="0" bIns="0" rtlCol="0" anchor="t" anchorCtr="0">
            <a:normAutofit fontScale="25000" lnSpcReduction="20000"/>
          </a:bodyPr>
          <a:lstStyle/>
          <a:p>
            <a:pPr algn="l"/>
            <a:endParaRPr lang="en-CA"/>
          </a:p>
        </p:txBody>
      </p:sp>
      <p:sp>
        <p:nvSpPr>
          <p:cNvPr id="32" name="Text Placeholder 3">
            <a:extLst>
              <a:ext uri="{FF2B5EF4-FFF2-40B4-BE49-F238E27FC236}">
                <a16:creationId xmlns:a16="http://schemas.microsoft.com/office/drawing/2014/main" id="{DF5D046D-73EB-384F-A89F-8A70D1083E14}"/>
              </a:ext>
            </a:extLst>
          </p:cNvPr>
          <p:cNvSpPr>
            <a:spLocks noGrp="1"/>
          </p:cNvSpPr>
          <p:nvPr>
            <p:ph type="body" sz="quarter" idx="23" hasCustomPrompt="1"/>
          </p:nvPr>
        </p:nvSpPr>
        <p:spPr>
          <a:xfrm>
            <a:off x="767408" y="2169441"/>
            <a:ext cx="1251464" cy="198855"/>
          </a:xfrm>
          <a:prstGeom prst="rect">
            <a:avLst/>
          </a:prstGeom>
        </p:spPr>
        <p:txBody>
          <a:bodyPr lIns="0" tIns="0" rIns="0" bIns="0"/>
          <a:lstStyle>
            <a:lvl1pPr marL="0" indent="0">
              <a:spcBef>
                <a:spcPct val="0"/>
              </a:spcBef>
              <a:buNone/>
              <a:defRPr sz="1200" b="1">
                <a:solidFill>
                  <a:schemeClr val="accent3"/>
                </a:solidFill>
              </a:defRPr>
            </a:lvl1pPr>
          </a:lstStyle>
          <a:p>
            <a:r>
              <a:rPr lang="en-CA" sz="1200" b="1" err="1">
                <a:solidFill>
                  <a:schemeClr val="accent3"/>
                </a:solidFill>
              </a:rPr>
              <a:t>Secteurs</a:t>
            </a:r>
            <a:endParaRPr lang="en-CA"/>
          </a:p>
        </p:txBody>
      </p:sp>
      <p:sp>
        <p:nvSpPr>
          <p:cNvPr id="33" name="Text Placeholder 8">
            <a:extLst>
              <a:ext uri="{FF2B5EF4-FFF2-40B4-BE49-F238E27FC236}">
                <a16:creationId xmlns:a16="http://schemas.microsoft.com/office/drawing/2014/main" id="{0E6E6EE5-3E45-724C-B03C-6AF0B9F54EB7}"/>
              </a:ext>
            </a:extLst>
          </p:cNvPr>
          <p:cNvSpPr>
            <a:spLocks noGrp="1"/>
          </p:cNvSpPr>
          <p:nvPr>
            <p:ph type="body" sz="quarter" idx="17" hasCustomPrompt="1"/>
          </p:nvPr>
        </p:nvSpPr>
        <p:spPr>
          <a:xfrm>
            <a:off x="767409" y="2404153"/>
            <a:ext cx="1247372" cy="3534733"/>
          </a:xfrm>
          <a:prstGeom prst="rect">
            <a:avLst/>
          </a:prstGeom>
        </p:spPr>
        <p:txBody>
          <a:bodyPr lIns="0" tIns="0" rIns="0" bIns="0"/>
          <a:lstStyle>
            <a:lvl1pPr marL="0">
              <a:lnSpc>
                <a:spcPct val="100000"/>
              </a:lnSpc>
              <a:spcBef>
                <a:spcPct val="0"/>
              </a:spcBef>
              <a:spcAft>
                <a:spcPts val="600"/>
              </a:spcAft>
              <a:buNone/>
              <a:defRPr sz="900" b="0">
                <a:solidFill>
                  <a:schemeClr val="tx1"/>
                </a:solidFill>
              </a:defRPr>
            </a:lvl1pPr>
          </a:lstStyle>
          <a:p>
            <a:pPr lvl="0"/>
            <a:r>
              <a:rPr lang="en-CA" err="1"/>
              <a:t>Texte</a:t>
            </a:r>
            <a:endParaRPr lang="en-CA"/>
          </a:p>
        </p:txBody>
      </p:sp>
      <p:sp>
        <p:nvSpPr>
          <p:cNvPr id="17" name="Espace réservé du numéro de diapositive 2">
            <a:extLst>
              <a:ext uri="{FF2B5EF4-FFF2-40B4-BE49-F238E27FC236}">
                <a16:creationId xmlns:a16="http://schemas.microsoft.com/office/drawing/2014/main" id="{23036407-D96C-C547-8CD5-FCAA41B9A8C9}"/>
              </a:ext>
            </a:extLst>
          </p:cNvPr>
          <p:cNvSpPr>
            <a:spLocks noGrp="1"/>
          </p:cNvSpPr>
          <p:nvPr>
            <p:ph type="sldNum" sz="quarter" idx="4"/>
          </p:nvPr>
        </p:nvSpPr>
        <p:spPr>
          <a:xfrm>
            <a:off x="11163034" y="6264308"/>
            <a:ext cx="261660" cy="169200"/>
          </a:xfrm>
        </p:spPr>
        <p:txBody>
          <a:bodyPr>
            <a:noAutofit/>
          </a:bodyPr>
          <a:lstStyle/>
          <a:p>
            <a:fld id="{525A3C56-E491-49B2-93F3-63532DF516BC}" type="slidenum">
              <a:rPr lang="en-CA" smtClean="0"/>
              <a:t>‹N°›</a:t>
            </a:fld>
            <a:endParaRPr lang="en-CA"/>
          </a:p>
        </p:txBody>
      </p:sp>
    </p:spTree>
    <p:extLst>
      <p:ext uri="{BB962C8B-B14F-4D97-AF65-F5344CB8AC3E}">
        <p14:creationId xmlns:p14="http://schemas.microsoft.com/office/powerpoint/2010/main" val="174239960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V 2">
    <p:spTree>
      <p:nvGrpSpPr>
        <p:cNvPr id="1" name=""/>
        <p:cNvGrpSpPr/>
        <p:nvPr/>
      </p:nvGrpSpPr>
      <p:grpSpPr>
        <a:xfrm>
          <a:off x="0" y="0"/>
          <a:ext cx="0" cy="0"/>
          <a:chOff x="0" y="0"/>
          <a:chExt cx="0" cy="0"/>
        </a:xfrm>
      </p:grpSpPr>
      <p:sp>
        <p:nvSpPr>
          <p:cNvPr id="4" name="Slide Number Placeholder 2">
            <a:extLst>
              <a:ext uri="{FF2B5EF4-FFF2-40B4-BE49-F238E27FC236}">
                <a16:creationId xmlns:a16="http://schemas.microsoft.com/office/drawing/2014/main" id="{3416D0CC-045F-594D-BDF5-1FCC074C465E}"/>
              </a:ext>
            </a:extLst>
          </p:cNvPr>
          <p:cNvSpPr>
            <a:spLocks noGrp="1"/>
          </p:cNvSpPr>
          <p:nvPr>
            <p:ph type="sldNum" sz="quarter" idx="10"/>
          </p:nvPr>
        </p:nvSpPr>
        <p:spPr>
          <a:xfrm>
            <a:off x="11163034" y="6264308"/>
            <a:ext cx="261660" cy="169200"/>
          </a:xfrm>
        </p:spPr>
        <p:txBody>
          <a:bodyPr/>
          <a:lstStyle/>
          <a:p>
            <a:fld id="{525A3C56-E491-49B2-93F3-63532DF516BC}" type="slidenum">
              <a:rPr lang="en-CA" smtClean="0"/>
              <a:t>‹N°›</a:t>
            </a:fld>
            <a:endParaRPr lang="en-CA"/>
          </a:p>
        </p:txBody>
      </p:sp>
      <p:sp>
        <p:nvSpPr>
          <p:cNvPr id="5" name="Text Placeholder 8">
            <a:extLst>
              <a:ext uri="{FF2B5EF4-FFF2-40B4-BE49-F238E27FC236}">
                <a16:creationId xmlns:a16="http://schemas.microsoft.com/office/drawing/2014/main" id="{F46B3183-779A-BF46-9670-39F1C2BBFC2C}"/>
              </a:ext>
            </a:extLst>
          </p:cNvPr>
          <p:cNvSpPr>
            <a:spLocks noGrp="1"/>
          </p:cNvSpPr>
          <p:nvPr>
            <p:ph type="body" sz="quarter" idx="17" hasCustomPrompt="1"/>
          </p:nvPr>
        </p:nvSpPr>
        <p:spPr>
          <a:xfrm>
            <a:off x="767409" y="1277007"/>
            <a:ext cx="1247372" cy="4815817"/>
          </a:xfrm>
          <a:prstGeom prst="rect">
            <a:avLst/>
          </a:prstGeom>
        </p:spPr>
        <p:txBody>
          <a:bodyPr lIns="0" tIns="0" rIns="0" bIns="0"/>
          <a:lstStyle>
            <a:lvl1pPr marL="0" indent="0">
              <a:lnSpc>
                <a:spcPct val="100000"/>
              </a:lnSpc>
              <a:spcBef>
                <a:spcPct val="0"/>
              </a:spcBef>
              <a:spcAft>
                <a:spcPts val="600"/>
              </a:spcAft>
              <a:buNone/>
              <a:defRPr sz="900" b="0">
                <a:solidFill>
                  <a:schemeClr val="tx1"/>
                </a:solidFill>
              </a:defRPr>
            </a:lvl1pPr>
          </a:lstStyle>
          <a:p>
            <a:pPr lvl="0"/>
            <a:r>
              <a:rPr lang="en-CA" err="1"/>
              <a:t>Texte</a:t>
            </a:r>
            <a:endParaRPr lang="en-CA"/>
          </a:p>
        </p:txBody>
      </p:sp>
      <p:sp>
        <p:nvSpPr>
          <p:cNvPr id="6" name="Text Placeholder 3">
            <a:extLst>
              <a:ext uri="{FF2B5EF4-FFF2-40B4-BE49-F238E27FC236}">
                <a16:creationId xmlns:a16="http://schemas.microsoft.com/office/drawing/2014/main" id="{3BE3F43F-50C4-B445-8B73-F30ED8B309BA}"/>
              </a:ext>
            </a:extLst>
          </p:cNvPr>
          <p:cNvSpPr>
            <a:spLocks noGrp="1"/>
          </p:cNvSpPr>
          <p:nvPr>
            <p:ph type="body" sz="quarter" idx="22" hasCustomPrompt="1"/>
          </p:nvPr>
        </p:nvSpPr>
        <p:spPr>
          <a:xfrm>
            <a:off x="2309813" y="811322"/>
            <a:ext cx="9115474" cy="204678"/>
          </a:xfrm>
          <a:prstGeom prst="rect">
            <a:avLst/>
          </a:prstGeom>
        </p:spPr>
        <p:txBody>
          <a:bodyPr lIns="0" tIns="0" rIns="0" bIns="0"/>
          <a:lstStyle>
            <a:lvl1pPr marL="0" indent="0">
              <a:spcBef>
                <a:spcPct val="0"/>
              </a:spcBef>
              <a:buFont typeface="Arial" pitchFamily="34" charset="0"/>
              <a:buNone/>
              <a:defRPr sz="1200" b="1">
                <a:solidFill>
                  <a:schemeClr val="accent3"/>
                </a:solidFill>
              </a:defRPr>
            </a:lvl1pPr>
          </a:lstStyle>
          <a:p>
            <a:pPr marL="0" indent="0">
              <a:buNone/>
            </a:pPr>
            <a:r>
              <a:rPr lang="en-CA" sz="1200" b="1" err="1">
                <a:solidFill>
                  <a:schemeClr val="accent3"/>
                </a:solidFill>
              </a:rPr>
              <a:t>Autres expériences</a:t>
            </a:r>
            <a:endParaRPr lang="en-CA" sz="1200" b="1">
              <a:solidFill>
                <a:schemeClr val="accent3"/>
              </a:solidFill>
            </a:endParaRPr>
          </a:p>
        </p:txBody>
      </p:sp>
      <p:sp>
        <p:nvSpPr>
          <p:cNvPr id="7" name="Text Placeholder 8">
            <a:extLst>
              <a:ext uri="{FF2B5EF4-FFF2-40B4-BE49-F238E27FC236}">
                <a16:creationId xmlns:a16="http://schemas.microsoft.com/office/drawing/2014/main" id="{443A9262-8BA3-8E41-B4B0-F6F4BDF9F58B}"/>
              </a:ext>
            </a:extLst>
          </p:cNvPr>
          <p:cNvSpPr>
            <a:spLocks noGrp="1"/>
          </p:cNvSpPr>
          <p:nvPr>
            <p:ph type="body" sz="quarter" idx="19" hasCustomPrompt="1"/>
          </p:nvPr>
        </p:nvSpPr>
        <p:spPr>
          <a:xfrm>
            <a:off x="2316162" y="1023815"/>
            <a:ext cx="9109075" cy="5069009"/>
          </a:xfrm>
          <a:prstGeom prst="rect">
            <a:avLst/>
          </a:prstGeom>
        </p:spPr>
        <p:txBody>
          <a:bodyPr lIns="0" tIns="0" rIns="0" bIns="0"/>
          <a:lstStyle>
            <a:lvl1pPr marL="0" indent="-104400">
              <a:lnSpc>
                <a:spcPct val="150000"/>
              </a:lnSpc>
              <a:spcBef>
                <a:spcPct val="0"/>
              </a:spcBef>
              <a:buFont typeface="Arial" pitchFamily="34" charset="0"/>
              <a:buChar char="•"/>
              <a:defRPr sz="900" b="0">
                <a:solidFill>
                  <a:schemeClr val="tx1"/>
                </a:solidFill>
              </a:defRPr>
            </a:lvl1pPr>
          </a:lstStyle>
          <a:p>
            <a:pPr lvl="0"/>
            <a:r>
              <a:rPr lang="en-CA" err="1"/>
              <a:t>Texte</a:t>
            </a:r>
            <a:endParaRPr lang="en-CA"/>
          </a:p>
        </p:txBody>
      </p:sp>
      <p:sp>
        <p:nvSpPr>
          <p:cNvPr id="8" name="Text Placeholder 3">
            <a:extLst>
              <a:ext uri="{FF2B5EF4-FFF2-40B4-BE49-F238E27FC236}">
                <a16:creationId xmlns:a16="http://schemas.microsoft.com/office/drawing/2014/main" id="{5A1D13C4-22F3-204D-8372-F7A9579F711E}"/>
              </a:ext>
            </a:extLst>
          </p:cNvPr>
          <p:cNvSpPr>
            <a:spLocks noGrp="1"/>
          </p:cNvSpPr>
          <p:nvPr>
            <p:ph type="body" sz="quarter" idx="23" hasCustomPrompt="1"/>
          </p:nvPr>
        </p:nvSpPr>
        <p:spPr>
          <a:xfrm>
            <a:off x="767408" y="809249"/>
            <a:ext cx="1251464" cy="262674"/>
          </a:xfrm>
          <a:prstGeom prst="rect">
            <a:avLst/>
          </a:prstGeom>
        </p:spPr>
        <p:txBody>
          <a:bodyPr lIns="0" tIns="0" rIns="0" bIns="0"/>
          <a:lstStyle>
            <a:lvl1pPr marL="0" indent="0">
              <a:spcBef>
                <a:spcPct val="0"/>
              </a:spcBef>
              <a:buNone/>
              <a:defRPr sz="1200" b="1">
                <a:solidFill>
                  <a:schemeClr val="accent3"/>
                </a:solidFill>
              </a:defRPr>
            </a:lvl1pPr>
          </a:lstStyle>
          <a:p>
            <a:r>
              <a:rPr lang="en-CA" sz="1200" b="1" err="1">
                <a:solidFill>
                  <a:schemeClr val="accent3"/>
                </a:solidFill>
              </a:rPr>
              <a:t>Outils et </a:t>
            </a:r>
            <a:br>
              <a:rPr lang="en-CA" sz="1200" b="1" err="1">
                <a:solidFill>
                  <a:schemeClr val="accent3"/>
                </a:solidFill>
              </a:rPr>
            </a:br>
            <a:r>
              <a:rPr lang="en-CA" sz="1200" b="1" err="1">
                <a:solidFill>
                  <a:schemeClr val="accent3"/>
                </a:solidFill>
              </a:rPr>
              <a:t>Logiciels</a:t>
            </a:r>
            <a:endParaRPr lang="en-CA" sz="1200" b="1">
              <a:solidFill>
                <a:schemeClr val="accent3"/>
              </a:solidFill>
            </a:endParaRPr>
          </a:p>
        </p:txBody>
      </p:sp>
    </p:spTree>
    <p:extLst>
      <p:ext uri="{BB962C8B-B14F-4D97-AF65-F5344CB8AC3E}">
        <p14:creationId xmlns:p14="http://schemas.microsoft.com/office/powerpoint/2010/main" val="16646912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Équipe – 2">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16" name="Espace réservé pour une image  5">
            <a:extLst>
              <a:ext uri="{FF2B5EF4-FFF2-40B4-BE49-F238E27FC236}">
                <a16:creationId xmlns:a16="http://schemas.microsoft.com/office/drawing/2014/main" id="{7D61EEBE-3B41-5D46-80DE-AC722F451B11}"/>
              </a:ext>
            </a:extLst>
          </p:cNvPr>
          <p:cNvSpPr>
            <a:spLocks noGrp="1"/>
          </p:cNvSpPr>
          <p:nvPr>
            <p:ph type="pic" sz="quarter" idx="13" hasCustomPrompt="1"/>
          </p:nvPr>
        </p:nvSpPr>
        <p:spPr>
          <a:xfrm>
            <a:off x="3484223" y="1590206"/>
            <a:ext cx="2268538" cy="2268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7" name="Espace réservé pour une image  5">
            <a:extLst>
              <a:ext uri="{FF2B5EF4-FFF2-40B4-BE49-F238E27FC236}">
                <a16:creationId xmlns:a16="http://schemas.microsoft.com/office/drawing/2014/main" id="{29D9025A-85B0-584F-98C5-38CC892AE122}"/>
              </a:ext>
            </a:extLst>
          </p:cNvPr>
          <p:cNvSpPr>
            <a:spLocks noGrp="1"/>
          </p:cNvSpPr>
          <p:nvPr>
            <p:ph type="pic" sz="quarter" idx="14" hasCustomPrompt="1"/>
          </p:nvPr>
        </p:nvSpPr>
        <p:spPr>
          <a:xfrm>
            <a:off x="6508411" y="1590206"/>
            <a:ext cx="2268538" cy="2268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9" name="Titr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Équipe</a:t>
            </a:r>
            <a:endParaRPr lang="en-CA"/>
          </a:p>
        </p:txBody>
      </p:sp>
      <p:sp>
        <p:nvSpPr>
          <p:cNvPr id="12" name="Espace réservé du texte 5">
            <a:extLst>
              <a:ext uri="{FF2B5EF4-FFF2-40B4-BE49-F238E27FC236}">
                <a16:creationId xmlns:a16="http://schemas.microsoft.com/office/drawing/2014/main" id="{F81D715D-283C-3542-9DE5-920E129C30C1}"/>
              </a:ext>
            </a:extLst>
          </p:cNvPr>
          <p:cNvSpPr>
            <a:spLocks noGrp="1"/>
          </p:cNvSpPr>
          <p:nvPr>
            <p:ph type="body" sz="quarter" idx="29" hasCustomPrompt="1"/>
          </p:nvPr>
        </p:nvSpPr>
        <p:spPr>
          <a:xfrm>
            <a:off x="3481691" y="4156797"/>
            <a:ext cx="2272437" cy="472710"/>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13" name="Espace réservé du texte 5">
            <a:extLst>
              <a:ext uri="{FF2B5EF4-FFF2-40B4-BE49-F238E27FC236}">
                <a16:creationId xmlns:a16="http://schemas.microsoft.com/office/drawing/2014/main" id="{7707DEFF-AE6F-9B4B-BDFE-3AA0799A5A5E}"/>
              </a:ext>
            </a:extLst>
          </p:cNvPr>
          <p:cNvSpPr>
            <a:spLocks noGrp="1"/>
          </p:cNvSpPr>
          <p:nvPr>
            <p:ph type="body" sz="quarter" idx="30" hasCustomPrompt="1"/>
          </p:nvPr>
        </p:nvSpPr>
        <p:spPr>
          <a:xfrm>
            <a:off x="3481691" y="4789582"/>
            <a:ext cx="2272437" cy="1299600"/>
          </a:xfrm>
          <a:prstGeom prst="rect">
            <a:avLst/>
          </a:prstGeom>
        </p:spPr>
        <p:txBody>
          <a:bodyPr lIns="0" tIns="0" rIns="0" bIns="0">
            <a:noAutofit/>
          </a:bodyPr>
          <a:lstStyle>
            <a:lvl1pPr marL="0" indent="0" algn="ctr">
              <a:spcBef>
                <a:spcPct val="0"/>
              </a:spcBef>
              <a:buNone/>
              <a:defRPr lang="en-US" sz="1600" b="0" i="0" smtClean="0">
                <a:effectLst/>
              </a:defRPr>
            </a:lvl1pPr>
            <a:lvl4pPr marL="1371600" indent="0">
              <a:buNone/>
              <a:defRPr/>
            </a:lvl4pPr>
          </a:lstStyle>
          <a:p>
            <a:pPr lvl="0"/>
            <a:r>
              <a:rPr lang="en-US" b="0" i="0">
                <a:solidFill>
                  <a:srgbClr val="000000"/>
                </a:solidFill>
                <a:effectLst/>
                <a:latin typeface="Arial" pitchFamily="34" charset="0"/>
              </a:rPr>
              <a:t> 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14" name="Espace réservé du texte 5">
            <a:extLst>
              <a:ext uri="{FF2B5EF4-FFF2-40B4-BE49-F238E27FC236}">
                <a16:creationId xmlns:a16="http://schemas.microsoft.com/office/drawing/2014/main" id="{809269EA-475F-8647-8F49-26134BEA6996}"/>
              </a:ext>
            </a:extLst>
          </p:cNvPr>
          <p:cNvSpPr>
            <a:spLocks noGrp="1"/>
          </p:cNvSpPr>
          <p:nvPr>
            <p:ph type="body" sz="quarter" idx="31" hasCustomPrompt="1"/>
          </p:nvPr>
        </p:nvSpPr>
        <p:spPr>
          <a:xfrm>
            <a:off x="6508671" y="4156797"/>
            <a:ext cx="2272437" cy="472710"/>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15" name="Espace réservé du texte 5">
            <a:extLst>
              <a:ext uri="{FF2B5EF4-FFF2-40B4-BE49-F238E27FC236}">
                <a16:creationId xmlns:a16="http://schemas.microsoft.com/office/drawing/2014/main" id="{0483396E-96D9-5D44-817D-E5514525C234}"/>
              </a:ext>
            </a:extLst>
          </p:cNvPr>
          <p:cNvSpPr>
            <a:spLocks noGrp="1"/>
          </p:cNvSpPr>
          <p:nvPr>
            <p:ph type="body" sz="quarter" idx="32" hasCustomPrompt="1"/>
          </p:nvPr>
        </p:nvSpPr>
        <p:spPr>
          <a:xfrm>
            <a:off x="6508671" y="4789582"/>
            <a:ext cx="2272437" cy="1299600"/>
          </a:xfrm>
          <a:prstGeom prst="rect">
            <a:avLst/>
          </a:prstGeom>
        </p:spPr>
        <p:txBody>
          <a:bodyPr lIns="0" tIns="0" rIns="0" bIns="0">
            <a:noAutofit/>
          </a:bodyPr>
          <a:lstStyle>
            <a:lvl1pPr marL="0" indent="0" algn="ctr">
              <a:spcBef>
                <a:spcPct val="0"/>
              </a:spcBef>
              <a:buNone/>
              <a:defRPr lang="en-US" sz="1600" b="0" i="0" smtClean="0">
                <a:effectLst/>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Tree>
    <p:extLst>
      <p:ext uri="{BB962C8B-B14F-4D97-AF65-F5344CB8AC3E}">
        <p14:creationId xmlns:p14="http://schemas.microsoft.com/office/powerpoint/2010/main" val="83796590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Équipe – 3">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6" name="Espace réservé pour une image  5">
            <a:extLst>
              <a:ext uri="{FF2B5EF4-FFF2-40B4-BE49-F238E27FC236}">
                <a16:creationId xmlns:a16="http://schemas.microsoft.com/office/drawing/2014/main" id="{ADB2690B-AF61-1A44-8C12-7A7917153821}"/>
              </a:ext>
            </a:extLst>
          </p:cNvPr>
          <p:cNvSpPr>
            <a:spLocks noGrp="1"/>
          </p:cNvSpPr>
          <p:nvPr>
            <p:ph type="pic" sz="quarter" idx="12" hasCustomPrompt="1"/>
          </p:nvPr>
        </p:nvSpPr>
        <p:spPr>
          <a:xfrm>
            <a:off x="1918691" y="1590206"/>
            <a:ext cx="2268538" cy="2268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6" name="Espace réservé pour une image  5">
            <a:extLst>
              <a:ext uri="{FF2B5EF4-FFF2-40B4-BE49-F238E27FC236}">
                <a16:creationId xmlns:a16="http://schemas.microsoft.com/office/drawing/2014/main" id="{7D61EEBE-3B41-5D46-80DE-AC722F451B11}"/>
              </a:ext>
            </a:extLst>
          </p:cNvPr>
          <p:cNvSpPr>
            <a:spLocks noGrp="1"/>
          </p:cNvSpPr>
          <p:nvPr>
            <p:ph type="pic" sz="quarter" idx="13" hasCustomPrompt="1"/>
          </p:nvPr>
        </p:nvSpPr>
        <p:spPr>
          <a:xfrm>
            <a:off x="4979390" y="1590206"/>
            <a:ext cx="2268538" cy="2268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7" name="Espace réservé pour une image  5">
            <a:extLst>
              <a:ext uri="{FF2B5EF4-FFF2-40B4-BE49-F238E27FC236}">
                <a16:creationId xmlns:a16="http://schemas.microsoft.com/office/drawing/2014/main" id="{29D9025A-85B0-584F-98C5-38CC892AE122}"/>
              </a:ext>
            </a:extLst>
          </p:cNvPr>
          <p:cNvSpPr>
            <a:spLocks noGrp="1"/>
          </p:cNvSpPr>
          <p:nvPr>
            <p:ph type="pic" sz="quarter" idx="14" hasCustomPrompt="1"/>
          </p:nvPr>
        </p:nvSpPr>
        <p:spPr>
          <a:xfrm>
            <a:off x="8003578" y="1590206"/>
            <a:ext cx="2268538" cy="2268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9" name="Titr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Équipe</a:t>
            </a:r>
            <a:endParaRPr lang="en-CA"/>
          </a:p>
        </p:txBody>
      </p:sp>
      <p:sp>
        <p:nvSpPr>
          <p:cNvPr id="10" name="Espace réservé du texte 5">
            <a:extLst>
              <a:ext uri="{FF2B5EF4-FFF2-40B4-BE49-F238E27FC236}">
                <a16:creationId xmlns:a16="http://schemas.microsoft.com/office/drawing/2014/main" id="{A5FB43EF-6CA6-024F-8F77-FC5838D6DDEC}"/>
              </a:ext>
            </a:extLst>
          </p:cNvPr>
          <p:cNvSpPr>
            <a:spLocks noGrp="1"/>
          </p:cNvSpPr>
          <p:nvPr>
            <p:ph type="body" sz="quarter" idx="27" hasCustomPrompt="1"/>
          </p:nvPr>
        </p:nvSpPr>
        <p:spPr>
          <a:xfrm>
            <a:off x="1923603" y="4162052"/>
            <a:ext cx="2272437" cy="472710"/>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11" name="Espace réservé du texte 5">
            <a:extLst>
              <a:ext uri="{FF2B5EF4-FFF2-40B4-BE49-F238E27FC236}">
                <a16:creationId xmlns:a16="http://schemas.microsoft.com/office/drawing/2014/main" id="{CA153E98-7681-0A40-9CD3-6D021604575E}"/>
              </a:ext>
            </a:extLst>
          </p:cNvPr>
          <p:cNvSpPr>
            <a:spLocks noGrp="1"/>
          </p:cNvSpPr>
          <p:nvPr>
            <p:ph type="body" sz="quarter" idx="28" hasCustomPrompt="1"/>
          </p:nvPr>
        </p:nvSpPr>
        <p:spPr>
          <a:xfrm>
            <a:off x="1923603" y="4789582"/>
            <a:ext cx="2272437" cy="1299600"/>
          </a:xfrm>
          <a:prstGeom prst="rect">
            <a:avLst/>
          </a:prstGeom>
        </p:spPr>
        <p:txBody>
          <a:bodyPr lIns="0" tIns="0" rIns="0" bIns="0">
            <a:noAutofit/>
          </a:bodyPr>
          <a:lstStyle>
            <a:lvl1pPr marL="0" indent="0" algn="ctr">
              <a:spcBef>
                <a:spcPct val="0"/>
              </a:spcBef>
              <a:buNone/>
              <a:defRPr sz="16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12" name="Espace réservé du texte 5">
            <a:extLst>
              <a:ext uri="{FF2B5EF4-FFF2-40B4-BE49-F238E27FC236}">
                <a16:creationId xmlns:a16="http://schemas.microsoft.com/office/drawing/2014/main" id="{F81D715D-283C-3542-9DE5-920E129C30C1}"/>
              </a:ext>
            </a:extLst>
          </p:cNvPr>
          <p:cNvSpPr>
            <a:spLocks noGrp="1"/>
          </p:cNvSpPr>
          <p:nvPr>
            <p:ph type="body" sz="quarter" idx="29" hasCustomPrompt="1"/>
          </p:nvPr>
        </p:nvSpPr>
        <p:spPr>
          <a:xfrm>
            <a:off x="4976858" y="4156797"/>
            <a:ext cx="2272437" cy="472710"/>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13" name="Espace réservé du texte 5">
            <a:extLst>
              <a:ext uri="{FF2B5EF4-FFF2-40B4-BE49-F238E27FC236}">
                <a16:creationId xmlns:a16="http://schemas.microsoft.com/office/drawing/2014/main" id="{7707DEFF-AE6F-9B4B-BDFE-3AA0799A5A5E}"/>
              </a:ext>
            </a:extLst>
          </p:cNvPr>
          <p:cNvSpPr>
            <a:spLocks noGrp="1"/>
          </p:cNvSpPr>
          <p:nvPr>
            <p:ph type="body" sz="quarter" idx="30" hasCustomPrompt="1"/>
          </p:nvPr>
        </p:nvSpPr>
        <p:spPr>
          <a:xfrm>
            <a:off x="4976858" y="4789582"/>
            <a:ext cx="2272437" cy="1299600"/>
          </a:xfrm>
          <a:prstGeom prst="rect">
            <a:avLst/>
          </a:prstGeom>
        </p:spPr>
        <p:txBody>
          <a:bodyPr lIns="0" tIns="0" rIns="0" bIns="0">
            <a:noAutofit/>
          </a:bodyPr>
          <a:lstStyle>
            <a:lvl1pPr marL="0" indent="0" algn="ctr">
              <a:spcBef>
                <a:spcPct val="0"/>
              </a:spcBef>
              <a:buNone/>
              <a:defRPr sz="16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14" name="Espace réservé du texte 5">
            <a:extLst>
              <a:ext uri="{FF2B5EF4-FFF2-40B4-BE49-F238E27FC236}">
                <a16:creationId xmlns:a16="http://schemas.microsoft.com/office/drawing/2014/main" id="{809269EA-475F-8647-8F49-26134BEA6996}"/>
              </a:ext>
            </a:extLst>
          </p:cNvPr>
          <p:cNvSpPr>
            <a:spLocks noGrp="1"/>
          </p:cNvSpPr>
          <p:nvPr>
            <p:ph type="body" sz="quarter" idx="31" hasCustomPrompt="1"/>
          </p:nvPr>
        </p:nvSpPr>
        <p:spPr>
          <a:xfrm>
            <a:off x="8003838" y="4156797"/>
            <a:ext cx="2272437" cy="472710"/>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15" name="Espace réservé du texte 5">
            <a:extLst>
              <a:ext uri="{FF2B5EF4-FFF2-40B4-BE49-F238E27FC236}">
                <a16:creationId xmlns:a16="http://schemas.microsoft.com/office/drawing/2014/main" id="{0483396E-96D9-5D44-817D-E5514525C234}"/>
              </a:ext>
            </a:extLst>
          </p:cNvPr>
          <p:cNvSpPr>
            <a:spLocks noGrp="1"/>
          </p:cNvSpPr>
          <p:nvPr>
            <p:ph type="body" sz="quarter" idx="32" hasCustomPrompt="1"/>
          </p:nvPr>
        </p:nvSpPr>
        <p:spPr>
          <a:xfrm>
            <a:off x="8003838" y="4789582"/>
            <a:ext cx="2272437" cy="1299600"/>
          </a:xfrm>
          <a:prstGeom prst="rect">
            <a:avLst/>
          </a:prstGeom>
        </p:spPr>
        <p:txBody>
          <a:bodyPr lIns="0" tIns="0" rIns="0" bIns="0">
            <a:noAutofit/>
          </a:bodyPr>
          <a:lstStyle>
            <a:lvl1pPr marL="0" indent="0" algn="ctr">
              <a:spcBef>
                <a:spcPct val="0"/>
              </a:spcBef>
              <a:buNone/>
              <a:defRPr sz="16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Tree>
    <p:extLst>
      <p:ext uri="{BB962C8B-B14F-4D97-AF65-F5344CB8AC3E}">
        <p14:creationId xmlns:p14="http://schemas.microsoft.com/office/powerpoint/2010/main" val="3001126364"/>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Équipe – 4">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6" name="Espace réservé pour une image  5">
            <a:extLst>
              <a:ext uri="{FF2B5EF4-FFF2-40B4-BE49-F238E27FC236}">
                <a16:creationId xmlns:a16="http://schemas.microsoft.com/office/drawing/2014/main" id="{ADB2690B-AF61-1A44-8C12-7A7917153821}"/>
              </a:ext>
            </a:extLst>
          </p:cNvPr>
          <p:cNvSpPr>
            <a:spLocks noGrp="1"/>
          </p:cNvSpPr>
          <p:nvPr>
            <p:ph type="pic" sz="quarter" idx="12" hasCustomPrompt="1"/>
          </p:nvPr>
        </p:nvSpPr>
        <p:spPr>
          <a:xfrm>
            <a:off x="1918687" y="1971117"/>
            <a:ext cx="1512888" cy="1512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1" name="Espace réservé pour une image  5">
            <a:extLst>
              <a:ext uri="{FF2B5EF4-FFF2-40B4-BE49-F238E27FC236}">
                <a16:creationId xmlns:a16="http://schemas.microsoft.com/office/drawing/2014/main" id="{6648063D-6682-1248-A670-ACA6889C1AF0}"/>
              </a:ext>
            </a:extLst>
          </p:cNvPr>
          <p:cNvSpPr>
            <a:spLocks noGrp="1"/>
          </p:cNvSpPr>
          <p:nvPr>
            <p:ph type="pic" sz="quarter" idx="13" hasCustomPrompt="1"/>
          </p:nvPr>
        </p:nvSpPr>
        <p:spPr>
          <a:xfrm>
            <a:off x="4217192" y="1971117"/>
            <a:ext cx="1512888" cy="15192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2" name="Espace réservé pour une image  5">
            <a:extLst>
              <a:ext uri="{FF2B5EF4-FFF2-40B4-BE49-F238E27FC236}">
                <a16:creationId xmlns:a16="http://schemas.microsoft.com/office/drawing/2014/main" id="{A792B46A-6C96-6840-832B-E20CE039D872}"/>
              </a:ext>
            </a:extLst>
          </p:cNvPr>
          <p:cNvSpPr>
            <a:spLocks noGrp="1"/>
          </p:cNvSpPr>
          <p:nvPr>
            <p:ph type="pic" sz="quarter" idx="14" hasCustomPrompt="1"/>
          </p:nvPr>
        </p:nvSpPr>
        <p:spPr>
          <a:xfrm>
            <a:off x="8760812" y="1971117"/>
            <a:ext cx="1512888" cy="15192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3" name="Espace réservé pour une image  5">
            <a:extLst>
              <a:ext uri="{FF2B5EF4-FFF2-40B4-BE49-F238E27FC236}">
                <a16:creationId xmlns:a16="http://schemas.microsoft.com/office/drawing/2014/main" id="{B85760F7-AAF7-BC45-9E56-D0AD952799BD}"/>
              </a:ext>
            </a:extLst>
          </p:cNvPr>
          <p:cNvSpPr>
            <a:spLocks noGrp="1"/>
          </p:cNvSpPr>
          <p:nvPr>
            <p:ph type="pic" sz="quarter" idx="15" hasCustomPrompt="1"/>
          </p:nvPr>
        </p:nvSpPr>
        <p:spPr>
          <a:xfrm>
            <a:off x="6492275" y="1971117"/>
            <a:ext cx="1512888" cy="15192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8" name="Espace réservé du texte 5">
            <a:extLst>
              <a:ext uri="{FF2B5EF4-FFF2-40B4-BE49-F238E27FC236}">
                <a16:creationId xmlns:a16="http://schemas.microsoft.com/office/drawing/2014/main" id="{9F6E5A65-4FB3-D947-9C8C-AB5C4577AEC4}"/>
              </a:ext>
            </a:extLst>
          </p:cNvPr>
          <p:cNvSpPr>
            <a:spLocks noGrp="1"/>
          </p:cNvSpPr>
          <p:nvPr>
            <p:ph type="body" sz="quarter" idx="27" hasCustomPrompt="1"/>
          </p:nvPr>
        </p:nvSpPr>
        <p:spPr>
          <a:xfrm>
            <a:off x="1913090" y="3647746"/>
            <a:ext cx="1519200" cy="444201"/>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20" name="Espace réservé du texte 5">
            <a:extLst>
              <a:ext uri="{FF2B5EF4-FFF2-40B4-BE49-F238E27FC236}">
                <a16:creationId xmlns:a16="http://schemas.microsoft.com/office/drawing/2014/main" id="{8F6BBFEE-AEF3-9141-A362-28E277375114}"/>
              </a:ext>
            </a:extLst>
          </p:cNvPr>
          <p:cNvSpPr>
            <a:spLocks noGrp="1"/>
          </p:cNvSpPr>
          <p:nvPr>
            <p:ph type="body" sz="quarter" idx="28" hasCustomPrompt="1"/>
          </p:nvPr>
        </p:nvSpPr>
        <p:spPr>
          <a:xfrm>
            <a:off x="1913090" y="4208678"/>
            <a:ext cx="1519200" cy="929827"/>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21" name="Espace réservé du texte 5">
            <a:extLst>
              <a:ext uri="{FF2B5EF4-FFF2-40B4-BE49-F238E27FC236}">
                <a16:creationId xmlns:a16="http://schemas.microsoft.com/office/drawing/2014/main" id="{D0A2E1FE-F04D-E54E-BE60-45260ED35785}"/>
              </a:ext>
            </a:extLst>
          </p:cNvPr>
          <p:cNvSpPr>
            <a:spLocks noGrp="1"/>
          </p:cNvSpPr>
          <p:nvPr>
            <p:ph type="body" sz="quarter" idx="29" hasCustomPrompt="1"/>
          </p:nvPr>
        </p:nvSpPr>
        <p:spPr>
          <a:xfrm>
            <a:off x="4209600" y="3642491"/>
            <a:ext cx="1519200" cy="444201"/>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22" name="Espace réservé du texte 5">
            <a:extLst>
              <a:ext uri="{FF2B5EF4-FFF2-40B4-BE49-F238E27FC236}">
                <a16:creationId xmlns:a16="http://schemas.microsoft.com/office/drawing/2014/main" id="{E0587BEC-02AD-8D44-A4A6-C9F181EBC0BD}"/>
              </a:ext>
            </a:extLst>
          </p:cNvPr>
          <p:cNvSpPr>
            <a:spLocks noGrp="1"/>
          </p:cNvSpPr>
          <p:nvPr>
            <p:ph type="body" sz="quarter" idx="30" hasCustomPrompt="1"/>
          </p:nvPr>
        </p:nvSpPr>
        <p:spPr>
          <a:xfrm>
            <a:off x="4209600" y="4203423"/>
            <a:ext cx="1519200" cy="929827"/>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23" name="Espace réservé du texte 5">
            <a:extLst>
              <a:ext uri="{FF2B5EF4-FFF2-40B4-BE49-F238E27FC236}">
                <a16:creationId xmlns:a16="http://schemas.microsoft.com/office/drawing/2014/main" id="{E33CFF3B-954E-2944-8A83-B3BA6CF1032B}"/>
              </a:ext>
            </a:extLst>
          </p:cNvPr>
          <p:cNvSpPr>
            <a:spLocks noGrp="1"/>
          </p:cNvSpPr>
          <p:nvPr>
            <p:ph type="body" sz="quarter" idx="31" hasCustomPrompt="1"/>
          </p:nvPr>
        </p:nvSpPr>
        <p:spPr>
          <a:xfrm>
            <a:off x="6490345" y="3653001"/>
            <a:ext cx="1519200" cy="444201"/>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24" name="Espace réservé du texte 5">
            <a:extLst>
              <a:ext uri="{FF2B5EF4-FFF2-40B4-BE49-F238E27FC236}">
                <a16:creationId xmlns:a16="http://schemas.microsoft.com/office/drawing/2014/main" id="{E4B824FD-1DF5-E644-BD81-36BA01403EC1}"/>
              </a:ext>
            </a:extLst>
          </p:cNvPr>
          <p:cNvSpPr>
            <a:spLocks noGrp="1"/>
          </p:cNvSpPr>
          <p:nvPr>
            <p:ph type="body" sz="quarter" idx="32" hasCustomPrompt="1"/>
          </p:nvPr>
        </p:nvSpPr>
        <p:spPr>
          <a:xfrm>
            <a:off x="6490345" y="4213933"/>
            <a:ext cx="1519200" cy="929827"/>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25" name="Espace réservé du texte 5">
            <a:extLst>
              <a:ext uri="{FF2B5EF4-FFF2-40B4-BE49-F238E27FC236}">
                <a16:creationId xmlns:a16="http://schemas.microsoft.com/office/drawing/2014/main" id="{D9072BA4-9DAB-3F4E-BBD2-73CBD1EF7572}"/>
              </a:ext>
            </a:extLst>
          </p:cNvPr>
          <p:cNvSpPr>
            <a:spLocks noGrp="1"/>
          </p:cNvSpPr>
          <p:nvPr>
            <p:ph type="body" sz="quarter" idx="33" hasCustomPrompt="1"/>
          </p:nvPr>
        </p:nvSpPr>
        <p:spPr>
          <a:xfrm>
            <a:off x="8760580" y="3642491"/>
            <a:ext cx="1519200" cy="444201"/>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26" name="Espace réservé du texte 5">
            <a:extLst>
              <a:ext uri="{FF2B5EF4-FFF2-40B4-BE49-F238E27FC236}">
                <a16:creationId xmlns:a16="http://schemas.microsoft.com/office/drawing/2014/main" id="{A149E7E1-2EE8-5B41-AAE5-E706695AEE59}"/>
              </a:ext>
            </a:extLst>
          </p:cNvPr>
          <p:cNvSpPr>
            <a:spLocks noGrp="1"/>
          </p:cNvSpPr>
          <p:nvPr>
            <p:ph type="body" sz="quarter" idx="34" hasCustomPrompt="1"/>
          </p:nvPr>
        </p:nvSpPr>
        <p:spPr>
          <a:xfrm>
            <a:off x="8760580" y="4203423"/>
            <a:ext cx="1519200" cy="929827"/>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16" name="Titre 1">
            <a:extLst>
              <a:ext uri="{FF2B5EF4-FFF2-40B4-BE49-F238E27FC236}">
                <a16:creationId xmlns:a16="http://schemas.microsoft.com/office/drawing/2014/main" id="{3CDA66FE-4D5A-4E48-BDC4-6C987A8FA04A}"/>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Équipe</a:t>
            </a:r>
            <a:endParaRPr lang="en-CA"/>
          </a:p>
        </p:txBody>
      </p:sp>
      <p:sp>
        <p:nvSpPr>
          <p:cNvPr id="9" name="ZoneTexte 8">
            <a:extLst>
              <a:ext uri="{FF2B5EF4-FFF2-40B4-BE49-F238E27FC236}">
                <a16:creationId xmlns:a16="http://schemas.microsoft.com/office/drawing/2014/main" id="{2D4ED3D8-F040-B14A-A05D-37277FBF0FE1}"/>
              </a:ext>
            </a:extLst>
          </p:cNvPr>
          <p:cNvSpPr txBox="1"/>
          <p:nvPr userDrawn="1"/>
        </p:nvSpPr>
        <p:spPr>
          <a:xfrm flipH="1">
            <a:off x="1544595" y="1800404"/>
            <a:ext cx="0" cy="0"/>
          </a:xfrm>
          <a:prstGeom prst="rect">
            <a:avLst/>
          </a:prstGeom>
        </p:spPr>
        <p:txBody>
          <a:bodyPr vert="horz" wrap="none" lIns="0" tIns="0" rIns="0" bIns="0" rtlCol="0" anchor="t" anchorCtr="0">
            <a:noAutofit/>
          </a:bodyPr>
          <a:lstStyle/>
          <a:p>
            <a:pPr algn="l"/>
            <a:endParaRPr lang="en-CA"/>
          </a:p>
        </p:txBody>
      </p:sp>
    </p:spTree>
    <p:extLst>
      <p:ext uri="{BB962C8B-B14F-4D97-AF65-F5344CB8AC3E}">
        <p14:creationId xmlns:p14="http://schemas.microsoft.com/office/powerpoint/2010/main" val="2578610184"/>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Équipe – 5">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11" name="Espace réservé pour une image  5">
            <a:extLst>
              <a:ext uri="{FF2B5EF4-FFF2-40B4-BE49-F238E27FC236}">
                <a16:creationId xmlns:a16="http://schemas.microsoft.com/office/drawing/2014/main" id="{6648063D-6682-1248-A670-ACA6889C1AF0}"/>
              </a:ext>
            </a:extLst>
          </p:cNvPr>
          <p:cNvSpPr>
            <a:spLocks noGrp="1"/>
          </p:cNvSpPr>
          <p:nvPr>
            <p:ph type="pic" sz="quarter" idx="13" hasCustomPrompt="1"/>
          </p:nvPr>
        </p:nvSpPr>
        <p:spPr>
          <a:xfrm>
            <a:off x="3076526" y="2201289"/>
            <a:ext cx="1512888" cy="151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22" name="Espace réservé du texte 5">
            <a:extLst>
              <a:ext uri="{FF2B5EF4-FFF2-40B4-BE49-F238E27FC236}">
                <a16:creationId xmlns:a16="http://schemas.microsoft.com/office/drawing/2014/main" id="{CEFBA174-11E0-3640-A143-0A8CE7D169DD}"/>
              </a:ext>
            </a:extLst>
          </p:cNvPr>
          <p:cNvSpPr>
            <a:spLocks noGrp="1"/>
          </p:cNvSpPr>
          <p:nvPr>
            <p:ph type="body" sz="quarter" idx="24" hasCustomPrompt="1"/>
          </p:nvPr>
        </p:nvSpPr>
        <p:spPr>
          <a:xfrm>
            <a:off x="3073370" y="3834087"/>
            <a:ext cx="1519200" cy="391552"/>
          </a:xfrm>
          <a:prstGeom prst="rect">
            <a:avLst/>
          </a:prstGeom>
        </p:spPr>
        <p:txBody>
          <a:bodyPr lIns="0" tIns="0" rIns="0" bIns="0" anchor="ctr">
            <a:noAutofit/>
          </a:bodyPr>
          <a:lstStyle>
            <a:lvl1pPr marL="0" indent="0" algn="ctr">
              <a:spcBef>
                <a:spcPct val="0"/>
              </a:spcBef>
              <a:buNone/>
              <a:defRPr sz="1400" b="1">
                <a:solidFill>
                  <a:schemeClr val="tx1"/>
                </a:solidFill>
              </a:defRPr>
            </a:lvl1pPr>
            <a:lvl4pPr marL="1371600" indent="0">
              <a:buNone/>
              <a:defRPr/>
            </a:lvl4pPr>
          </a:lstStyle>
          <a:p>
            <a:pPr lvl="0"/>
            <a:r>
              <a:rPr lang="en-CA"/>
              <a:t>Nom</a:t>
            </a:r>
          </a:p>
        </p:txBody>
      </p:sp>
      <p:sp>
        <p:nvSpPr>
          <p:cNvPr id="23" name="Espace réservé du texte 5">
            <a:extLst>
              <a:ext uri="{FF2B5EF4-FFF2-40B4-BE49-F238E27FC236}">
                <a16:creationId xmlns:a16="http://schemas.microsoft.com/office/drawing/2014/main" id="{52C82127-7629-214F-8A6C-23D5E762916A}"/>
              </a:ext>
            </a:extLst>
          </p:cNvPr>
          <p:cNvSpPr>
            <a:spLocks noGrp="1"/>
          </p:cNvSpPr>
          <p:nvPr>
            <p:ph type="body" sz="quarter" idx="25" hasCustomPrompt="1"/>
          </p:nvPr>
        </p:nvSpPr>
        <p:spPr>
          <a:xfrm>
            <a:off x="3073370" y="4302505"/>
            <a:ext cx="1519200" cy="629714"/>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CA" err="1"/>
              <a:t>Rôle</a:t>
            </a:r>
            <a:endParaRPr lang="en-CA"/>
          </a:p>
        </p:txBody>
      </p:sp>
      <p:sp>
        <p:nvSpPr>
          <p:cNvPr id="44" name="Espace réservé pour une image  5">
            <a:extLst>
              <a:ext uri="{FF2B5EF4-FFF2-40B4-BE49-F238E27FC236}">
                <a16:creationId xmlns:a16="http://schemas.microsoft.com/office/drawing/2014/main" id="{92079528-16A8-AC47-99D5-BA246ED893F7}"/>
              </a:ext>
            </a:extLst>
          </p:cNvPr>
          <p:cNvSpPr>
            <a:spLocks noGrp="1"/>
          </p:cNvSpPr>
          <p:nvPr>
            <p:ph type="pic" sz="quarter" idx="26" hasCustomPrompt="1"/>
          </p:nvPr>
        </p:nvSpPr>
        <p:spPr>
          <a:xfrm>
            <a:off x="789229" y="2202202"/>
            <a:ext cx="1512888" cy="151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45" name="Espace réservé du texte 5">
            <a:extLst>
              <a:ext uri="{FF2B5EF4-FFF2-40B4-BE49-F238E27FC236}">
                <a16:creationId xmlns:a16="http://schemas.microsoft.com/office/drawing/2014/main" id="{F6F24C28-52C6-4446-A047-8BAE1E23BA2A}"/>
              </a:ext>
            </a:extLst>
          </p:cNvPr>
          <p:cNvSpPr>
            <a:spLocks noGrp="1"/>
          </p:cNvSpPr>
          <p:nvPr>
            <p:ph type="body" sz="quarter" idx="27" hasCustomPrompt="1"/>
          </p:nvPr>
        </p:nvSpPr>
        <p:spPr>
          <a:xfrm>
            <a:off x="786073" y="3835000"/>
            <a:ext cx="1519200" cy="391552"/>
          </a:xfrm>
          <a:prstGeom prst="rect">
            <a:avLst/>
          </a:prstGeom>
        </p:spPr>
        <p:txBody>
          <a:bodyPr lIns="0" tIns="0" rIns="0" bIns="0" anchor="ctr">
            <a:noAutofit/>
          </a:bodyPr>
          <a:lstStyle>
            <a:lvl1pPr marL="0" indent="0" algn="ctr">
              <a:spcBef>
                <a:spcPct val="0"/>
              </a:spcBef>
              <a:buNone/>
              <a:defRPr sz="1400" b="1">
                <a:solidFill>
                  <a:schemeClr val="tx1"/>
                </a:solidFill>
              </a:defRPr>
            </a:lvl1pPr>
            <a:lvl4pPr marL="1371600" indent="0">
              <a:buNone/>
              <a:defRPr/>
            </a:lvl4pPr>
          </a:lstStyle>
          <a:p>
            <a:pPr lvl="0"/>
            <a:r>
              <a:rPr lang="en-CA"/>
              <a:t>Nom</a:t>
            </a:r>
          </a:p>
        </p:txBody>
      </p:sp>
      <p:sp>
        <p:nvSpPr>
          <p:cNvPr id="46" name="Espace réservé du texte 5">
            <a:extLst>
              <a:ext uri="{FF2B5EF4-FFF2-40B4-BE49-F238E27FC236}">
                <a16:creationId xmlns:a16="http://schemas.microsoft.com/office/drawing/2014/main" id="{249F9432-E942-F847-85CC-7C127BD72D6A}"/>
              </a:ext>
            </a:extLst>
          </p:cNvPr>
          <p:cNvSpPr>
            <a:spLocks noGrp="1"/>
          </p:cNvSpPr>
          <p:nvPr>
            <p:ph type="body" sz="quarter" idx="28" hasCustomPrompt="1"/>
          </p:nvPr>
        </p:nvSpPr>
        <p:spPr>
          <a:xfrm>
            <a:off x="786073" y="4303418"/>
            <a:ext cx="1519200" cy="629714"/>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CA" err="1"/>
              <a:t>Rôle</a:t>
            </a:r>
            <a:endParaRPr lang="en-CA"/>
          </a:p>
        </p:txBody>
      </p:sp>
      <p:sp>
        <p:nvSpPr>
          <p:cNvPr id="47" name="Espace réservé pour une image  5">
            <a:extLst>
              <a:ext uri="{FF2B5EF4-FFF2-40B4-BE49-F238E27FC236}">
                <a16:creationId xmlns:a16="http://schemas.microsoft.com/office/drawing/2014/main" id="{51D00EB2-82E8-2843-A074-1076D0975ABF}"/>
              </a:ext>
            </a:extLst>
          </p:cNvPr>
          <p:cNvSpPr>
            <a:spLocks noGrp="1"/>
          </p:cNvSpPr>
          <p:nvPr>
            <p:ph type="pic" sz="quarter" idx="29" hasCustomPrompt="1"/>
          </p:nvPr>
        </p:nvSpPr>
        <p:spPr>
          <a:xfrm>
            <a:off x="5378431" y="2206545"/>
            <a:ext cx="1512888" cy="151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48" name="Espace réservé du texte 5">
            <a:extLst>
              <a:ext uri="{FF2B5EF4-FFF2-40B4-BE49-F238E27FC236}">
                <a16:creationId xmlns:a16="http://schemas.microsoft.com/office/drawing/2014/main" id="{22520BB7-44E3-AB4D-B164-EF25D8DAD6D0}"/>
              </a:ext>
            </a:extLst>
          </p:cNvPr>
          <p:cNvSpPr>
            <a:spLocks noGrp="1"/>
          </p:cNvSpPr>
          <p:nvPr>
            <p:ph type="body" sz="quarter" idx="30" hasCustomPrompt="1"/>
          </p:nvPr>
        </p:nvSpPr>
        <p:spPr>
          <a:xfrm>
            <a:off x="5375275" y="3839343"/>
            <a:ext cx="1519200" cy="391552"/>
          </a:xfrm>
          <a:prstGeom prst="rect">
            <a:avLst/>
          </a:prstGeom>
        </p:spPr>
        <p:txBody>
          <a:bodyPr lIns="0" tIns="0" rIns="0" bIns="0" anchor="ctr">
            <a:noAutofit/>
          </a:bodyPr>
          <a:lstStyle>
            <a:lvl1pPr marL="0" indent="0" algn="ctr">
              <a:spcBef>
                <a:spcPct val="0"/>
              </a:spcBef>
              <a:buNone/>
              <a:defRPr sz="1400" b="1">
                <a:solidFill>
                  <a:schemeClr val="tx1"/>
                </a:solidFill>
              </a:defRPr>
            </a:lvl1pPr>
            <a:lvl4pPr marL="1371600" indent="0">
              <a:buNone/>
              <a:defRPr/>
            </a:lvl4pPr>
          </a:lstStyle>
          <a:p>
            <a:pPr lvl="0"/>
            <a:r>
              <a:rPr lang="en-CA"/>
              <a:t>Nom</a:t>
            </a:r>
          </a:p>
        </p:txBody>
      </p:sp>
      <p:sp>
        <p:nvSpPr>
          <p:cNvPr id="49" name="Espace réservé du texte 5">
            <a:extLst>
              <a:ext uri="{FF2B5EF4-FFF2-40B4-BE49-F238E27FC236}">
                <a16:creationId xmlns:a16="http://schemas.microsoft.com/office/drawing/2014/main" id="{EF8F210A-69BC-0341-9730-34FC399FB3C7}"/>
              </a:ext>
            </a:extLst>
          </p:cNvPr>
          <p:cNvSpPr>
            <a:spLocks noGrp="1"/>
          </p:cNvSpPr>
          <p:nvPr>
            <p:ph type="body" sz="quarter" idx="31" hasCustomPrompt="1"/>
          </p:nvPr>
        </p:nvSpPr>
        <p:spPr>
          <a:xfrm>
            <a:off x="5375275" y="4307761"/>
            <a:ext cx="1519200" cy="629714"/>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CA" err="1"/>
              <a:t>Rôle</a:t>
            </a:r>
            <a:endParaRPr lang="en-CA"/>
          </a:p>
        </p:txBody>
      </p:sp>
      <p:sp>
        <p:nvSpPr>
          <p:cNvPr id="50" name="Espace réservé pour une image  5">
            <a:extLst>
              <a:ext uri="{FF2B5EF4-FFF2-40B4-BE49-F238E27FC236}">
                <a16:creationId xmlns:a16="http://schemas.microsoft.com/office/drawing/2014/main" id="{B42152F6-1866-7942-AD47-EA9F9115930B}"/>
              </a:ext>
            </a:extLst>
          </p:cNvPr>
          <p:cNvSpPr>
            <a:spLocks noGrp="1"/>
          </p:cNvSpPr>
          <p:nvPr>
            <p:ph type="pic" sz="quarter" idx="32" hasCustomPrompt="1"/>
          </p:nvPr>
        </p:nvSpPr>
        <p:spPr>
          <a:xfrm>
            <a:off x="7646969" y="2206545"/>
            <a:ext cx="1512888" cy="151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51" name="Espace réservé du texte 5">
            <a:extLst>
              <a:ext uri="{FF2B5EF4-FFF2-40B4-BE49-F238E27FC236}">
                <a16:creationId xmlns:a16="http://schemas.microsoft.com/office/drawing/2014/main" id="{706B3FDE-7B3F-6240-B1F1-2183E848D8D9}"/>
              </a:ext>
            </a:extLst>
          </p:cNvPr>
          <p:cNvSpPr>
            <a:spLocks noGrp="1"/>
          </p:cNvSpPr>
          <p:nvPr>
            <p:ph type="body" sz="quarter" idx="33" hasCustomPrompt="1"/>
          </p:nvPr>
        </p:nvSpPr>
        <p:spPr>
          <a:xfrm>
            <a:off x="7643813" y="3839343"/>
            <a:ext cx="1519200" cy="391552"/>
          </a:xfrm>
          <a:prstGeom prst="rect">
            <a:avLst/>
          </a:prstGeom>
        </p:spPr>
        <p:txBody>
          <a:bodyPr lIns="0" tIns="0" rIns="0" bIns="0" anchor="ctr">
            <a:noAutofit/>
          </a:bodyPr>
          <a:lstStyle>
            <a:lvl1pPr marL="0" indent="0" algn="ctr">
              <a:spcBef>
                <a:spcPct val="0"/>
              </a:spcBef>
              <a:buNone/>
              <a:defRPr sz="1400" b="1">
                <a:solidFill>
                  <a:schemeClr val="tx1"/>
                </a:solidFill>
              </a:defRPr>
            </a:lvl1pPr>
            <a:lvl4pPr marL="1371600" indent="0">
              <a:buNone/>
              <a:defRPr/>
            </a:lvl4pPr>
          </a:lstStyle>
          <a:p>
            <a:pPr lvl="0"/>
            <a:r>
              <a:rPr lang="en-CA"/>
              <a:t>Nom</a:t>
            </a:r>
          </a:p>
        </p:txBody>
      </p:sp>
      <p:sp>
        <p:nvSpPr>
          <p:cNvPr id="52" name="Espace réservé du texte 5">
            <a:extLst>
              <a:ext uri="{FF2B5EF4-FFF2-40B4-BE49-F238E27FC236}">
                <a16:creationId xmlns:a16="http://schemas.microsoft.com/office/drawing/2014/main" id="{1BDDCDC0-26C5-784E-B047-A360BCEA4566}"/>
              </a:ext>
            </a:extLst>
          </p:cNvPr>
          <p:cNvSpPr>
            <a:spLocks noGrp="1"/>
          </p:cNvSpPr>
          <p:nvPr>
            <p:ph type="body" sz="quarter" idx="34" hasCustomPrompt="1"/>
          </p:nvPr>
        </p:nvSpPr>
        <p:spPr>
          <a:xfrm>
            <a:off x="7643813" y="4307761"/>
            <a:ext cx="1519200" cy="629714"/>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CA" err="1"/>
              <a:t>Rôle</a:t>
            </a:r>
            <a:endParaRPr lang="en-CA"/>
          </a:p>
        </p:txBody>
      </p:sp>
      <p:sp>
        <p:nvSpPr>
          <p:cNvPr id="53" name="Espace réservé pour une image  5">
            <a:extLst>
              <a:ext uri="{FF2B5EF4-FFF2-40B4-BE49-F238E27FC236}">
                <a16:creationId xmlns:a16="http://schemas.microsoft.com/office/drawing/2014/main" id="{A2EF995F-6F18-1E48-A0F5-E0CA9BBFE91F}"/>
              </a:ext>
            </a:extLst>
          </p:cNvPr>
          <p:cNvSpPr>
            <a:spLocks noGrp="1"/>
          </p:cNvSpPr>
          <p:nvPr>
            <p:ph type="pic" sz="quarter" idx="35" hasCustomPrompt="1"/>
          </p:nvPr>
        </p:nvSpPr>
        <p:spPr>
          <a:xfrm>
            <a:off x="9915506" y="2206544"/>
            <a:ext cx="1512888" cy="151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54" name="Espace réservé du texte 5">
            <a:extLst>
              <a:ext uri="{FF2B5EF4-FFF2-40B4-BE49-F238E27FC236}">
                <a16:creationId xmlns:a16="http://schemas.microsoft.com/office/drawing/2014/main" id="{47994C68-BBD0-6A47-8531-AC9859E8A389}"/>
              </a:ext>
            </a:extLst>
          </p:cNvPr>
          <p:cNvSpPr>
            <a:spLocks noGrp="1"/>
          </p:cNvSpPr>
          <p:nvPr>
            <p:ph type="body" sz="quarter" idx="36" hasCustomPrompt="1"/>
          </p:nvPr>
        </p:nvSpPr>
        <p:spPr>
          <a:xfrm>
            <a:off x="9912350" y="3839342"/>
            <a:ext cx="1519200" cy="391552"/>
          </a:xfrm>
          <a:prstGeom prst="rect">
            <a:avLst/>
          </a:prstGeom>
        </p:spPr>
        <p:txBody>
          <a:bodyPr lIns="0" tIns="0" rIns="0" bIns="0" anchor="ctr">
            <a:noAutofit/>
          </a:bodyPr>
          <a:lstStyle>
            <a:lvl1pPr marL="0" indent="0" algn="ctr">
              <a:spcBef>
                <a:spcPct val="0"/>
              </a:spcBef>
              <a:buNone/>
              <a:defRPr sz="1400" b="1">
                <a:solidFill>
                  <a:schemeClr val="tx1"/>
                </a:solidFill>
              </a:defRPr>
            </a:lvl1pPr>
            <a:lvl4pPr marL="1371600" indent="0">
              <a:buNone/>
              <a:defRPr/>
            </a:lvl4pPr>
          </a:lstStyle>
          <a:p>
            <a:pPr lvl="0"/>
            <a:r>
              <a:rPr lang="en-CA"/>
              <a:t>Nom</a:t>
            </a:r>
          </a:p>
        </p:txBody>
      </p:sp>
      <p:sp>
        <p:nvSpPr>
          <p:cNvPr id="55" name="Espace réservé du texte 5">
            <a:extLst>
              <a:ext uri="{FF2B5EF4-FFF2-40B4-BE49-F238E27FC236}">
                <a16:creationId xmlns:a16="http://schemas.microsoft.com/office/drawing/2014/main" id="{09C1574A-363A-EE48-B9A1-4BE9E7A90DCA}"/>
              </a:ext>
            </a:extLst>
          </p:cNvPr>
          <p:cNvSpPr>
            <a:spLocks noGrp="1"/>
          </p:cNvSpPr>
          <p:nvPr>
            <p:ph type="body" sz="quarter" idx="37" hasCustomPrompt="1"/>
          </p:nvPr>
        </p:nvSpPr>
        <p:spPr>
          <a:xfrm>
            <a:off x="9912350" y="4307760"/>
            <a:ext cx="1519200" cy="629714"/>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CA" err="1"/>
              <a:t>Rôle</a:t>
            </a:r>
            <a:endParaRPr lang="en-CA"/>
          </a:p>
        </p:txBody>
      </p:sp>
      <p:sp>
        <p:nvSpPr>
          <p:cNvPr id="20" name="Titre 1">
            <a:extLst>
              <a:ext uri="{FF2B5EF4-FFF2-40B4-BE49-F238E27FC236}">
                <a16:creationId xmlns:a16="http://schemas.microsoft.com/office/drawing/2014/main" id="{FCE2C510-3773-D94D-B183-17C419A0D8B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Équipe</a:t>
            </a:r>
            <a:endParaRPr lang="en-CA"/>
          </a:p>
        </p:txBody>
      </p:sp>
    </p:spTree>
    <p:extLst>
      <p:ext uri="{BB962C8B-B14F-4D97-AF65-F5344CB8AC3E}">
        <p14:creationId xmlns:p14="http://schemas.microsoft.com/office/powerpoint/2010/main" val="296468285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Équipe – 10">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66" name="Espace réservé pour une image  5">
            <a:extLst>
              <a:ext uri="{FF2B5EF4-FFF2-40B4-BE49-F238E27FC236}">
                <a16:creationId xmlns:a16="http://schemas.microsoft.com/office/drawing/2014/main" id="{EE786B5B-ADB1-914E-B22C-446987A74902}"/>
              </a:ext>
            </a:extLst>
          </p:cNvPr>
          <p:cNvSpPr>
            <a:spLocks noGrp="1" noChangeAspect="1"/>
          </p:cNvSpPr>
          <p:nvPr>
            <p:ph type="pic" sz="quarter" idx="57" hasCustomPrompt="1"/>
          </p:nvPr>
        </p:nvSpPr>
        <p:spPr>
          <a:xfrm>
            <a:off x="772630" y="1505036"/>
            <a:ext cx="1332000" cy="133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67" name="Espace réservé du texte 5">
            <a:extLst>
              <a:ext uri="{FF2B5EF4-FFF2-40B4-BE49-F238E27FC236}">
                <a16:creationId xmlns:a16="http://schemas.microsoft.com/office/drawing/2014/main" id="{3D2BFFA9-A0BB-4141-A691-E3BF1DB263B2}"/>
              </a:ext>
            </a:extLst>
          </p:cNvPr>
          <p:cNvSpPr>
            <a:spLocks noGrp="1"/>
          </p:cNvSpPr>
          <p:nvPr>
            <p:ph type="body" sz="quarter" idx="58" hasCustomPrompt="1"/>
          </p:nvPr>
        </p:nvSpPr>
        <p:spPr>
          <a:xfrm>
            <a:off x="772630"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68" name="Espace réservé du texte 5">
            <a:extLst>
              <a:ext uri="{FF2B5EF4-FFF2-40B4-BE49-F238E27FC236}">
                <a16:creationId xmlns:a16="http://schemas.microsoft.com/office/drawing/2014/main" id="{4624AFB6-631A-A342-BBEB-E9490E4283E4}"/>
              </a:ext>
            </a:extLst>
          </p:cNvPr>
          <p:cNvSpPr>
            <a:spLocks noGrp="1"/>
          </p:cNvSpPr>
          <p:nvPr>
            <p:ph type="body" sz="quarter" idx="59" hasCustomPrompt="1"/>
          </p:nvPr>
        </p:nvSpPr>
        <p:spPr>
          <a:xfrm>
            <a:off x="772630"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111" name="Espace réservé pour une image  5">
            <a:extLst>
              <a:ext uri="{FF2B5EF4-FFF2-40B4-BE49-F238E27FC236}">
                <a16:creationId xmlns:a16="http://schemas.microsoft.com/office/drawing/2014/main" id="{8E0BCA09-C5BF-D843-872B-821AF2D8187C}"/>
              </a:ext>
            </a:extLst>
          </p:cNvPr>
          <p:cNvSpPr>
            <a:spLocks noGrp="1" noChangeAspect="1"/>
          </p:cNvSpPr>
          <p:nvPr>
            <p:ph type="pic" sz="quarter" idx="60" hasCustomPrompt="1"/>
          </p:nvPr>
        </p:nvSpPr>
        <p:spPr>
          <a:xfrm>
            <a:off x="772630" y="3856188"/>
            <a:ext cx="1332000" cy="1332000"/>
          </a:xfrm>
          <a:prstGeom prst="rect">
            <a:avLst/>
          </a:prstGeom>
        </p:spPr>
        <p:txBody>
          <a:bodyPr>
            <a:noAutofit/>
          </a:bodyPr>
          <a:lstStyle>
            <a:lvl1pPr marL="0" indent="0">
              <a:spcBef>
                <a:spcPct val="0"/>
              </a:spcBef>
              <a:buNone/>
              <a:defRPr sz="1200"/>
            </a:lvl1pPr>
          </a:lstStyle>
          <a:p>
            <a:r>
              <a:rPr lang="fr-CA"/>
              <a:t>Cliquer sur l'icône pour ajouter une image</a:t>
            </a:r>
            <a:endParaRPr lang="fr-FR"/>
          </a:p>
        </p:txBody>
      </p:sp>
      <p:sp>
        <p:nvSpPr>
          <p:cNvPr id="112" name="Espace réservé du texte 5">
            <a:extLst>
              <a:ext uri="{FF2B5EF4-FFF2-40B4-BE49-F238E27FC236}">
                <a16:creationId xmlns:a16="http://schemas.microsoft.com/office/drawing/2014/main" id="{F0985BBD-C1F4-4B4A-937A-6E61D3A1806F}"/>
              </a:ext>
            </a:extLst>
          </p:cNvPr>
          <p:cNvSpPr>
            <a:spLocks noGrp="1"/>
          </p:cNvSpPr>
          <p:nvPr>
            <p:ph type="body" sz="quarter" idx="61" hasCustomPrompt="1"/>
          </p:nvPr>
        </p:nvSpPr>
        <p:spPr>
          <a:xfrm>
            <a:off x="772630"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113" name="Espace réservé du texte 5">
            <a:extLst>
              <a:ext uri="{FF2B5EF4-FFF2-40B4-BE49-F238E27FC236}">
                <a16:creationId xmlns:a16="http://schemas.microsoft.com/office/drawing/2014/main" id="{7C357D04-4C41-B242-B5E6-B881823FF24B}"/>
              </a:ext>
            </a:extLst>
          </p:cNvPr>
          <p:cNvSpPr>
            <a:spLocks noGrp="1"/>
          </p:cNvSpPr>
          <p:nvPr>
            <p:ph type="body" sz="quarter" idx="62" hasCustomPrompt="1"/>
          </p:nvPr>
        </p:nvSpPr>
        <p:spPr>
          <a:xfrm>
            <a:off x="772630"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41" name="Espace réservé pour une image  5">
            <a:extLst>
              <a:ext uri="{FF2B5EF4-FFF2-40B4-BE49-F238E27FC236}">
                <a16:creationId xmlns:a16="http://schemas.microsoft.com/office/drawing/2014/main" id="{B53C58A7-88E3-BC47-A71C-C4CDDA0CF2D1}"/>
              </a:ext>
            </a:extLst>
          </p:cNvPr>
          <p:cNvSpPr>
            <a:spLocks noGrp="1" noChangeAspect="1"/>
          </p:cNvSpPr>
          <p:nvPr>
            <p:ph type="pic" sz="quarter" idx="63" hasCustomPrompt="1"/>
          </p:nvPr>
        </p:nvSpPr>
        <p:spPr>
          <a:xfrm>
            <a:off x="3096923" y="1513387"/>
            <a:ext cx="1332000" cy="133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42" name="Espace réservé du texte 5">
            <a:extLst>
              <a:ext uri="{FF2B5EF4-FFF2-40B4-BE49-F238E27FC236}">
                <a16:creationId xmlns:a16="http://schemas.microsoft.com/office/drawing/2014/main" id="{FD802FA2-99DC-FF40-BA3E-663B446CFFF6}"/>
              </a:ext>
            </a:extLst>
          </p:cNvPr>
          <p:cNvSpPr>
            <a:spLocks noGrp="1"/>
          </p:cNvSpPr>
          <p:nvPr>
            <p:ph type="body" sz="quarter" idx="64" hasCustomPrompt="1"/>
          </p:nvPr>
        </p:nvSpPr>
        <p:spPr>
          <a:xfrm>
            <a:off x="3096923"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43" name="Espace réservé du texte 5">
            <a:extLst>
              <a:ext uri="{FF2B5EF4-FFF2-40B4-BE49-F238E27FC236}">
                <a16:creationId xmlns:a16="http://schemas.microsoft.com/office/drawing/2014/main" id="{51803403-26FF-B145-8A44-43BFC0B0D0E6}"/>
              </a:ext>
            </a:extLst>
          </p:cNvPr>
          <p:cNvSpPr>
            <a:spLocks noGrp="1"/>
          </p:cNvSpPr>
          <p:nvPr>
            <p:ph type="body" sz="quarter" idx="65" hasCustomPrompt="1"/>
          </p:nvPr>
        </p:nvSpPr>
        <p:spPr>
          <a:xfrm>
            <a:off x="3096923"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44" name="Espace réservé pour une image  5">
            <a:extLst>
              <a:ext uri="{FF2B5EF4-FFF2-40B4-BE49-F238E27FC236}">
                <a16:creationId xmlns:a16="http://schemas.microsoft.com/office/drawing/2014/main" id="{647C4664-4742-374A-A7E1-4F7610BDD3BB}"/>
              </a:ext>
            </a:extLst>
          </p:cNvPr>
          <p:cNvSpPr>
            <a:spLocks noGrp="1" noChangeAspect="1"/>
          </p:cNvSpPr>
          <p:nvPr>
            <p:ph type="pic" sz="quarter" idx="66" hasCustomPrompt="1"/>
          </p:nvPr>
        </p:nvSpPr>
        <p:spPr>
          <a:xfrm>
            <a:off x="3096923" y="3864539"/>
            <a:ext cx="1332000" cy="1332000"/>
          </a:xfrm>
          <a:prstGeom prst="rect">
            <a:avLst/>
          </a:prstGeom>
        </p:spPr>
        <p:txBody>
          <a:bodyPr>
            <a:noAutofit/>
          </a:bodyPr>
          <a:lstStyle>
            <a:lvl1pPr marL="0" indent="0">
              <a:spcBef>
                <a:spcPct val="0"/>
              </a:spcBef>
              <a:buNone/>
              <a:defRPr sz="1200"/>
            </a:lvl1pPr>
          </a:lstStyle>
          <a:p>
            <a:r>
              <a:rPr lang="fr-CA"/>
              <a:t>Cliquer sur l'icône pour ajouter une image</a:t>
            </a:r>
            <a:endParaRPr lang="fr-FR"/>
          </a:p>
        </p:txBody>
      </p:sp>
      <p:sp>
        <p:nvSpPr>
          <p:cNvPr id="45" name="Espace réservé du texte 5">
            <a:extLst>
              <a:ext uri="{FF2B5EF4-FFF2-40B4-BE49-F238E27FC236}">
                <a16:creationId xmlns:a16="http://schemas.microsoft.com/office/drawing/2014/main" id="{2B49B4A6-EB7B-724D-9F41-C0D8635DD6F8}"/>
              </a:ext>
            </a:extLst>
          </p:cNvPr>
          <p:cNvSpPr>
            <a:spLocks noGrp="1"/>
          </p:cNvSpPr>
          <p:nvPr>
            <p:ph type="body" sz="quarter" idx="67" hasCustomPrompt="1"/>
          </p:nvPr>
        </p:nvSpPr>
        <p:spPr>
          <a:xfrm>
            <a:off x="3096923"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46" name="Espace réservé du texte 5">
            <a:extLst>
              <a:ext uri="{FF2B5EF4-FFF2-40B4-BE49-F238E27FC236}">
                <a16:creationId xmlns:a16="http://schemas.microsoft.com/office/drawing/2014/main" id="{DDC3CED0-DAE8-FF41-AC58-6E4CC35051A6}"/>
              </a:ext>
            </a:extLst>
          </p:cNvPr>
          <p:cNvSpPr>
            <a:spLocks noGrp="1"/>
          </p:cNvSpPr>
          <p:nvPr>
            <p:ph type="body" sz="quarter" idx="68" hasCustomPrompt="1"/>
          </p:nvPr>
        </p:nvSpPr>
        <p:spPr>
          <a:xfrm>
            <a:off x="3096923"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47" name="Espace réservé pour une image  5">
            <a:extLst>
              <a:ext uri="{FF2B5EF4-FFF2-40B4-BE49-F238E27FC236}">
                <a16:creationId xmlns:a16="http://schemas.microsoft.com/office/drawing/2014/main" id="{3A1AF66A-0642-9546-9367-C4D7B11E0D2E}"/>
              </a:ext>
            </a:extLst>
          </p:cNvPr>
          <p:cNvSpPr>
            <a:spLocks noGrp="1" noChangeAspect="1"/>
          </p:cNvSpPr>
          <p:nvPr>
            <p:ph type="pic" sz="quarter" idx="69" hasCustomPrompt="1"/>
          </p:nvPr>
        </p:nvSpPr>
        <p:spPr>
          <a:xfrm>
            <a:off x="5431389" y="1513388"/>
            <a:ext cx="1332000" cy="133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48" name="Espace réservé du texte 5">
            <a:extLst>
              <a:ext uri="{FF2B5EF4-FFF2-40B4-BE49-F238E27FC236}">
                <a16:creationId xmlns:a16="http://schemas.microsoft.com/office/drawing/2014/main" id="{714E316F-3190-0549-BE7D-55D1581EA9DC}"/>
              </a:ext>
            </a:extLst>
          </p:cNvPr>
          <p:cNvSpPr>
            <a:spLocks noGrp="1"/>
          </p:cNvSpPr>
          <p:nvPr>
            <p:ph type="body" sz="quarter" idx="70" hasCustomPrompt="1"/>
          </p:nvPr>
        </p:nvSpPr>
        <p:spPr>
          <a:xfrm>
            <a:off x="5431389"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49" name="Espace réservé du texte 5">
            <a:extLst>
              <a:ext uri="{FF2B5EF4-FFF2-40B4-BE49-F238E27FC236}">
                <a16:creationId xmlns:a16="http://schemas.microsoft.com/office/drawing/2014/main" id="{C2D8EF22-B1DF-4344-8269-C27CA6ED9F65}"/>
              </a:ext>
            </a:extLst>
          </p:cNvPr>
          <p:cNvSpPr>
            <a:spLocks noGrp="1"/>
          </p:cNvSpPr>
          <p:nvPr>
            <p:ph type="body" sz="quarter" idx="71" hasCustomPrompt="1"/>
          </p:nvPr>
        </p:nvSpPr>
        <p:spPr>
          <a:xfrm>
            <a:off x="5431389"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50" name="Espace réservé pour une image  5">
            <a:extLst>
              <a:ext uri="{FF2B5EF4-FFF2-40B4-BE49-F238E27FC236}">
                <a16:creationId xmlns:a16="http://schemas.microsoft.com/office/drawing/2014/main" id="{9A1E6596-D7B1-084C-919F-05F806C50278}"/>
              </a:ext>
            </a:extLst>
          </p:cNvPr>
          <p:cNvSpPr>
            <a:spLocks noGrp="1" noChangeAspect="1"/>
          </p:cNvSpPr>
          <p:nvPr>
            <p:ph type="pic" sz="quarter" idx="72" hasCustomPrompt="1"/>
          </p:nvPr>
        </p:nvSpPr>
        <p:spPr>
          <a:xfrm>
            <a:off x="5431389" y="3864540"/>
            <a:ext cx="1332000" cy="1332000"/>
          </a:xfrm>
          <a:prstGeom prst="rect">
            <a:avLst/>
          </a:prstGeom>
        </p:spPr>
        <p:txBody>
          <a:bodyPr>
            <a:noAutofit/>
          </a:bodyPr>
          <a:lstStyle>
            <a:lvl1pPr marL="0" indent="0">
              <a:spcBef>
                <a:spcPct val="0"/>
              </a:spcBef>
              <a:buNone/>
              <a:defRPr sz="1200"/>
            </a:lvl1pPr>
          </a:lstStyle>
          <a:p>
            <a:r>
              <a:rPr lang="fr-CA"/>
              <a:t>Cliquer sur l'icône pour ajouter une image</a:t>
            </a:r>
            <a:endParaRPr lang="fr-FR"/>
          </a:p>
        </p:txBody>
      </p:sp>
      <p:sp>
        <p:nvSpPr>
          <p:cNvPr id="51" name="Espace réservé du texte 5">
            <a:extLst>
              <a:ext uri="{FF2B5EF4-FFF2-40B4-BE49-F238E27FC236}">
                <a16:creationId xmlns:a16="http://schemas.microsoft.com/office/drawing/2014/main" id="{50ABBD99-D126-1546-8798-2BAA7DB51490}"/>
              </a:ext>
            </a:extLst>
          </p:cNvPr>
          <p:cNvSpPr>
            <a:spLocks noGrp="1"/>
          </p:cNvSpPr>
          <p:nvPr>
            <p:ph type="body" sz="quarter" idx="73" hasCustomPrompt="1"/>
          </p:nvPr>
        </p:nvSpPr>
        <p:spPr>
          <a:xfrm>
            <a:off x="5431389"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52" name="Espace réservé du texte 5">
            <a:extLst>
              <a:ext uri="{FF2B5EF4-FFF2-40B4-BE49-F238E27FC236}">
                <a16:creationId xmlns:a16="http://schemas.microsoft.com/office/drawing/2014/main" id="{F8BBAB7A-0874-F142-A742-9D362302388F}"/>
              </a:ext>
            </a:extLst>
          </p:cNvPr>
          <p:cNvSpPr>
            <a:spLocks noGrp="1"/>
          </p:cNvSpPr>
          <p:nvPr>
            <p:ph type="body" sz="quarter" idx="74" hasCustomPrompt="1"/>
          </p:nvPr>
        </p:nvSpPr>
        <p:spPr>
          <a:xfrm>
            <a:off x="5431389"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53" name="Espace réservé pour une image  5">
            <a:extLst>
              <a:ext uri="{FF2B5EF4-FFF2-40B4-BE49-F238E27FC236}">
                <a16:creationId xmlns:a16="http://schemas.microsoft.com/office/drawing/2014/main" id="{E17433F2-ACBF-3D46-8718-C2A899DDC66E}"/>
              </a:ext>
            </a:extLst>
          </p:cNvPr>
          <p:cNvSpPr>
            <a:spLocks noGrp="1" noChangeAspect="1"/>
          </p:cNvSpPr>
          <p:nvPr>
            <p:ph type="pic" sz="quarter" idx="75" hasCustomPrompt="1"/>
          </p:nvPr>
        </p:nvSpPr>
        <p:spPr>
          <a:xfrm>
            <a:off x="7765801" y="1505036"/>
            <a:ext cx="1332000" cy="133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54" name="Espace réservé du texte 5">
            <a:extLst>
              <a:ext uri="{FF2B5EF4-FFF2-40B4-BE49-F238E27FC236}">
                <a16:creationId xmlns:a16="http://schemas.microsoft.com/office/drawing/2014/main" id="{86F25E95-9D1E-A245-8C5D-E1610A1BE5E9}"/>
              </a:ext>
            </a:extLst>
          </p:cNvPr>
          <p:cNvSpPr>
            <a:spLocks noGrp="1"/>
          </p:cNvSpPr>
          <p:nvPr>
            <p:ph type="body" sz="quarter" idx="76" hasCustomPrompt="1"/>
          </p:nvPr>
        </p:nvSpPr>
        <p:spPr>
          <a:xfrm>
            <a:off x="7765801"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55" name="Espace réservé du texte 5">
            <a:extLst>
              <a:ext uri="{FF2B5EF4-FFF2-40B4-BE49-F238E27FC236}">
                <a16:creationId xmlns:a16="http://schemas.microsoft.com/office/drawing/2014/main" id="{B6631680-32C8-034C-BF09-79FF3D93A1A9}"/>
              </a:ext>
            </a:extLst>
          </p:cNvPr>
          <p:cNvSpPr>
            <a:spLocks noGrp="1"/>
          </p:cNvSpPr>
          <p:nvPr>
            <p:ph type="body" sz="quarter" idx="77" hasCustomPrompt="1"/>
          </p:nvPr>
        </p:nvSpPr>
        <p:spPr>
          <a:xfrm>
            <a:off x="7765801"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56" name="Espace réservé pour une image  5">
            <a:extLst>
              <a:ext uri="{FF2B5EF4-FFF2-40B4-BE49-F238E27FC236}">
                <a16:creationId xmlns:a16="http://schemas.microsoft.com/office/drawing/2014/main" id="{C0FF4D73-45DC-334F-8DBD-DBF3F5724457}"/>
              </a:ext>
            </a:extLst>
          </p:cNvPr>
          <p:cNvSpPr>
            <a:spLocks noGrp="1" noChangeAspect="1"/>
          </p:cNvSpPr>
          <p:nvPr>
            <p:ph type="pic" sz="quarter" idx="78" hasCustomPrompt="1"/>
          </p:nvPr>
        </p:nvSpPr>
        <p:spPr>
          <a:xfrm>
            <a:off x="7765801" y="3856188"/>
            <a:ext cx="1332000" cy="1332000"/>
          </a:xfrm>
          <a:prstGeom prst="rect">
            <a:avLst/>
          </a:prstGeom>
        </p:spPr>
        <p:txBody>
          <a:bodyPr>
            <a:noAutofit/>
          </a:bodyPr>
          <a:lstStyle>
            <a:lvl1pPr marL="0" indent="0">
              <a:spcBef>
                <a:spcPct val="0"/>
              </a:spcBef>
              <a:buNone/>
              <a:defRPr sz="1200"/>
            </a:lvl1pPr>
          </a:lstStyle>
          <a:p>
            <a:r>
              <a:rPr lang="fr-CA"/>
              <a:t>Cliquer sur l'icône pour ajouter une image</a:t>
            </a:r>
            <a:endParaRPr lang="fr-FR"/>
          </a:p>
        </p:txBody>
      </p:sp>
      <p:sp>
        <p:nvSpPr>
          <p:cNvPr id="57" name="Espace réservé du texte 5">
            <a:extLst>
              <a:ext uri="{FF2B5EF4-FFF2-40B4-BE49-F238E27FC236}">
                <a16:creationId xmlns:a16="http://schemas.microsoft.com/office/drawing/2014/main" id="{E91127D2-B259-8345-889C-202ACB849300}"/>
              </a:ext>
            </a:extLst>
          </p:cNvPr>
          <p:cNvSpPr>
            <a:spLocks noGrp="1"/>
          </p:cNvSpPr>
          <p:nvPr>
            <p:ph type="body" sz="quarter" idx="79" hasCustomPrompt="1"/>
          </p:nvPr>
        </p:nvSpPr>
        <p:spPr>
          <a:xfrm>
            <a:off x="7765801"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58" name="Espace réservé du texte 5">
            <a:extLst>
              <a:ext uri="{FF2B5EF4-FFF2-40B4-BE49-F238E27FC236}">
                <a16:creationId xmlns:a16="http://schemas.microsoft.com/office/drawing/2014/main" id="{996D847F-688A-E048-ADEC-9FEF4146952C}"/>
              </a:ext>
            </a:extLst>
          </p:cNvPr>
          <p:cNvSpPr>
            <a:spLocks noGrp="1"/>
          </p:cNvSpPr>
          <p:nvPr>
            <p:ph type="body" sz="quarter" idx="80" hasCustomPrompt="1"/>
          </p:nvPr>
        </p:nvSpPr>
        <p:spPr>
          <a:xfrm>
            <a:off x="7765801"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59" name="Espace réservé pour une image  5">
            <a:extLst>
              <a:ext uri="{FF2B5EF4-FFF2-40B4-BE49-F238E27FC236}">
                <a16:creationId xmlns:a16="http://schemas.microsoft.com/office/drawing/2014/main" id="{EBF1FE4E-843B-BF42-82CC-5BD49C517620}"/>
              </a:ext>
            </a:extLst>
          </p:cNvPr>
          <p:cNvSpPr>
            <a:spLocks noGrp="1" noChangeAspect="1"/>
          </p:cNvSpPr>
          <p:nvPr>
            <p:ph type="pic" sz="quarter" idx="81" hasCustomPrompt="1"/>
          </p:nvPr>
        </p:nvSpPr>
        <p:spPr>
          <a:xfrm>
            <a:off x="10093238" y="1505036"/>
            <a:ext cx="1332000" cy="133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60" name="Espace réservé du texte 5">
            <a:extLst>
              <a:ext uri="{FF2B5EF4-FFF2-40B4-BE49-F238E27FC236}">
                <a16:creationId xmlns:a16="http://schemas.microsoft.com/office/drawing/2014/main" id="{1262C7B6-6252-C642-B297-716226E379CD}"/>
              </a:ext>
            </a:extLst>
          </p:cNvPr>
          <p:cNvSpPr>
            <a:spLocks noGrp="1"/>
          </p:cNvSpPr>
          <p:nvPr>
            <p:ph type="body" sz="quarter" idx="82" hasCustomPrompt="1"/>
          </p:nvPr>
        </p:nvSpPr>
        <p:spPr>
          <a:xfrm>
            <a:off x="10093238"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61" name="Espace réservé du texte 5">
            <a:extLst>
              <a:ext uri="{FF2B5EF4-FFF2-40B4-BE49-F238E27FC236}">
                <a16:creationId xmlns:a16="http://schemas.microsoft.com/office/drawing/2014/main" id="{573E24FE-8879-FB42-B8CA-4D3332150C4F}"/>
              </a:ext>
            </a:extLst>
          </p:cNvPr>
          <p:cNvSpPr>
            <a:spLocks noGrp="1"/>
          </p:cNvSpPr>
          <p:nvPr>
            <p:ph type="body" sz="quarter" idx="83" hasCustomPrompt="1"/>
          </p:nvPr>
        </p:nvSpPr>
        <p:spPr>
          <a:xfrm>
            <a:off x="10093238"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62" name="Espace réservé pour une image  5">
            <a:extLst>
              <a:ext uri="{FF2B5EF4-FFF2-40B4-BE49-F238E27FC236}">
                <a16:creationId xmlns:a16="http://schemas.microsoft.com/office/drawing/2014/main" id="{CBD400C3-7A40-3048-8844-C3F44A0B40C3}"/>
              </a:ext>
            </a:extLst>
          </p:cNvPr>
          <p:cNvSpPr>
            <a:spLocks noGrp="1" noChangeAspect="1"/>
          </p:cNvSpPr>
          <p:nvPr>
            <p:ph type="pic" sz="quarter" idx="84" hasCustomPrompt="1"/>
          </p:nvPr>
        </p:nvSpPr>
        <p:spPr>
          <a:xfrm>
            <a:off x="10093238" y="3856188"/>
            <a:ext cx="1332000" cy="1332000"/>
          </a:xfrm>
          <a:prstGeom prst="rect">
            <a:avLst/>
          </a:prstGeom>
        </p:spPr>
        <p:txBody>
          <a:bodyPr>
            <a:noAutofit/>
          </a:bodyPr>
          <a:lstStyle>
            <a:lvl1pPr marL="0" indent="0">
              <a:spcBef>
                <a:spcPct val="0"/>
              </a:spcBef>
              <a:buNone/>
              <a:defRPr sz="1200"/>
            </a:lvl1pPr>
          </a:lstStyle>
          <a:p>
            <a:r>
              <a:rPr lang="fr-CA"/>
              <a:t>Cliquer sur l'icône pour ajouter une image</a:t>
            </a:r>
            <a:endParaRPr lang="fr-FR"/>
          </a:p>
        </p:txBody>
      </p:sp>
      <p:sp>
        <p:nvSpPr>
          <p:cNvPr id="63" name="Espace réservé du texte 5">
            <a:extLst>
              <a:ext uri="{FF2B5EF4-FFF2-40B4-BE49-F238E27FC236}">
                <a16:creationId xmlns:a16="http://schemas.microsoft.com/office/drawing/2014/main" id="{9454FE9C-B016-F44D-A539-D12B206A0547}"/>
              </a:ext>
            </a:extLst>
          </p:cNvPr>
          <p:cNvSpPr>
            <a:spLocks noGrp="1"/>
          </p:cNvSpPr>
          <p:nvPr>
            <p:ph type="body" sz="quarter" idx="85" hasCustomPrompt="1"/>
          </p:nvPr>
        </p:nvSpPr>
        <p:spPr>
          <a:xfrm>
            <a:off x="10093238"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64" name="Espace réservé du texte 5">
            <a:extLst>
              <a:ext uri="{FF2B5EF4-FFF2-40B4-BE49-F238E27FC236}">
                <a16:creationId xmlns:a16="http://schemas.microsoft.com/office/drawing/2014/main" id="{BA682D77-F315-3140-B228-45A7B87CC973}"/>
              </a:ext>
            </a:extLst>
          </p:cNvPr>
          <p:cNvSpPr>
            <a:spLocks noGrp="1"/>
          </p:cNvSpPr>
          <p:nvPr>
            <p:ph type="body" sz="quarter" idx="86" hasCustomPrompt="1"/>
          </p:nvPr>
        </p:nvSpPr>
        <p:spPr>
          <a:xfrm>
            <a:off x="10093238"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34" name="Titre 1">
            <a:extLst>
              <a:ext uri="{FF2B5EF4-FFF2-40B4-BE49-F238E27FC236}">
                <a16:creationId xmlns:a16="http://schemas.microsoft.com/office/drawing/2014/main" id="{13DF76B2-8FA9-D54D-9F04-3EBFADE2D42F}"/>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Équipe</a:t>
            </a:r>
            <a:endParaRPr lang="en-CA"/>
          </a:p>
        </p:txBody>
      </p:sp>
      <p:sp>
        <p:nvSpPr>
          <p:cNvPr id="4" name="ZoneTexte 3">
            <a:extLst>
              <a:ext uri="{FF2B5EF4-FFF2-40B4-BE49-F238E27FC236}">
                <a16:creationId xmlns:a16="http://schemas.microsoft.com/office/drawing/2014/main" id="{02FBC9F9-E98D-064D-AE5F-D9D1467E6684}"/>
              </a:ext>
            </a:extLst>
          </p:cNvPr>
          <p:cNvSpPr txBox="1"/>
          <p:nvPr userDrawn="1"/>
        </p:nvSpPr>
        <p:spPr>
          <a:xfrm flipH="1">
            <a:off x="7141464" y="1344168"/>
            <a:ext cx="0" cy="0"/>
          </a:xfrm>
          <a:prstGeom prst="rect">
            <a:avLst/>
          </a:prstGeom>
        </p:spPr>
        <p:txBody>
          <a:bodyPr vert="horz" wrap="none" lIns="0" tIns="0" rIns="0" bIns="0" rtlCol="0" anchor="t" anchorCtr="0">
            <a:noAutofit/>
          </a:bodyPr>
          <a:lstStyle/>
          <a:p>
            <a:pPr marL="0" indent="0" algn="l">
              <a:buFont typeface="Arial" pitchFamily="34" charset="0"/>
              <a:buNone/>
            </a:pPr>
            <a:endParaRPr lang="en-CA"/>
          </a:p>
        </p:txBody>
      </p:sp>
    </p:spTree>
    <p:extLst>
      <p:ext uri="{BB962C8B-B14F-4D97-AF65-F5344CB8AC3E}">
        <p14:creationId xmlns:p14="http://schemas.microsoft.com/office/powerpoint/2010/main" val="1225344557"/>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gauche + text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3E14D4F1-0AFF-214C-92AA-BD02450E38BA}"/>
              </a:ext>
            </a:extLst>
          </p:cNvPr>
          <p:cNvSpPr>
            <a:spLocks noGrp="1"/>
          </p:cNvSpPr>
          <p:nvPr>
            <p:ph type="title" hasCustomPrompt="1"/>
          </p:nvPr>
        </p:nvSpPr>
        <p:spPr>
          <a:xfrm>
            <a:off x="6888163" y="684000"/>
            <a:ext cx="4537859" cy="622188"/>
          </a:xfrm>
          <a:prstGeom prst="rect">
            <a:avLst/>
          </a:prstGeom>
        </p:spPr>
        <p:txBody>
          <a:bodyPr vert="horz" lIns="0" tIns="0" rIns="0" bIns="0" rtlCol="0" anchor="t" anchorCtr="0">
            <a:noAutofit/>
          </a:bodyPr>
          <a:lstStyle>
            <a:lvl1pPr>
              <a:defRPr>
                <a:solidFill>
                  <a:schemeClr val="tx1"/>
                </a:solidFill>
              </a:defRPr>
            </a:lvl1pPr>
          </a:lstStyle>
          <a:p>
            <a:r>
              <a:rPr lang="en-US" noProof="0" err="1"/>
              <a:t>Titre</a:t>
            </a:r>
            <a:endParaRPr lang="en-US" noProof="0"/>
          </a:p>
        </p:txBody>
      </p:sp>
      <p:sp>
        <p:nvSpPr>
          <p:cNvPr id="5" name="Content Placeholder 20">
            <a:extLst>
              <a:ext uri="{FF2B5EF4-FFF2-40B4-BE49-F238E27FC236}">
                <a16:creationId xmlns:a16="http://schemas.microsoft.com/office/drawing/2014/main" id="{6855D02E-339D-5043-B91B-5FF8B79BA5F8}"/>
              </a:ext>
            </a:extLst>
          </p:cNvPr>
          <p:cNvSpPr>
            <a:spLocks noGrp="1"/>
          </p:cNvSpPr>
          <p:nvPr>
            <p:ph sz="quarter" idx="17"/>
          </p:nvPr>
        </p:nvSpPr>
        <p:spPr>
          <a:xfrm>
            <a:off x="6888162" y="1681655"/>
            <a:ext cx="4535945" cy="441117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2">
            <a:extLst>
              <a:ext uri="{FF2B5EF4-FFF2-40B4-BE49-F238E27FC236}">
                <a16:creationId xmlns:a16="http://schemas.microsoft.com/office/drawing/2014/main" id="{BDBF016D-4A07-3C4E-84B2-4A358A221DCF}"/>
              </a:ext>
            </a:extLst>
          </p:cNvPr>
          <p:cNvSpPr>
            <a:spLocks noGrp="1"/>
          </p:cNvSpPr>
          <p:nvPr>
            <p:ph type="pic" sz="quarter" idx="18" hasCustomPrompt="1"/>
          </p:nvPr>
        </p:nvSpPr>
        <p:spPr>
          <a:xfrm>
            <a:off x="766762" y="765175"/>
            <a:ext cx="5365751" cy="5327650"/>
          </a:xfrm>
          <a:prstGeom prst="rect">
            <a:avLst/>
          </a:prstGeom>
        </p:spPr>
        <p:txBody>
          <a:bodyPr anchor="t" anchorCtr="0">
            <a:noAutofit/>
          </a:bodyPr>
          <a:lstStyle>
            <a:lvl1pPr marL="0" indent="0" algn="l">
              <a:buNone/>
              <a:defRPr sz="3200"/>
            </a:lvl1pPr>
          </a:lstStyle>
          <a:p>
            <a:r>
              <a:rPr lang="fr-FR"/>
              <a:t>Cliquer sur l'icône pour ajouter une image</a:t>
            </a:r>
            <a:endParaRPr lang="en-GB"/>
          </a:p>
        </p:txBody>
      </p:sp>
      <p:sp>
        <p:nvSpPr>
          <p:cNvPr id="7" name="Slide Number Placeholder 5">
            <a:extLst>
              <a:ext uri="{FF2B5EF4-FFF2-40B4-BE49-F238E27FC236}">
                <a16:creationId xmlns:a16="http://schemas.microsoft.com/office/drawing/2014/main" id="{515FDA85-64F9-BF40-A7DD-72C4DBB17A76}"/>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53254693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etite image">
    <p:spTree>
      <p:nvGrpSpPr>
        <p:cNvPr id="1" name=""/>
        <p:cNvGrpSpPr/>
        <p:nvPr/>
      </p:nvGrpSpPr>
      <p:grpSpPr>
        <a:xfrm>
          <a:off x="0" y="0"/>
          <a:ext cx="0" cy="0"/>
          <a:chOff x="0" y="0"/>
          <a:chExt cx="0" cy="0"/>
        </a:xfrm>
      </p:grpSpPr>
      <p:sp>
        <p:nvSpPr>
          <p:cNvPr id="4" name="Picture Placeholder 20">
            <a:extLst>
              <a:ext uri="{FF2B5EF4-FFF2-40B4-BE49-F238E27FC236}">
                <a16:creationId xmlns:a16="http://schemas.microsoft.com/office/drawing/2014/main" id="{3A8E2A17-934C-7740-A581-F2AA6728D744}"/>
              </a:ext>
            </a:extLst>
          </p:cNvPr>
          <p:cNvSpPr>
            <a:spLocks noGrp="1"/>
          </p:cNvSpPr>
          <p:nvPr>
            <p:ph type="pic" sz="quarter" idx="14" hasCustomPrompt="1"/>
          </p:nvPr>
        </p:nvSpPr>
        <p:spPr>
          <a:xfrm>
            <a:off x="6132513" y="765176"/>
            <a:ext cx="5292725" cy="5327650"/>
          </a:xfrm>
          <a:prstGeom prst="rect">
            <a:avLst/>
          </a:prstGeom>
        </p:spPr>
        <p:txBody>
          <a:bodyPr lIns="0" tIns="0" rIns="0" bIns="0">
            <a:noAutofit/>
          </a:bodyPr>
          <a:lstStyle>
            <a:lvl1pPr marL="61913" indent="-61913">
              <a:spcBef>
                <a:spcPts val="500"/>
              </a:spcBef>
              <a:buNone/>
              <a:defRPr lang="en-GB" sz="32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5" name="Title Placeholder 1">
            <a:extLst>
              <a:ext uri="{FF2B5EF4-FFF2-40B4-BE49-F238E27FC236}">
                <a16:creationId xmlns:a16="http://schemas.microsoft.com/office/drawing/2014/main" id="{304507B7-5A7C-1142-B280-7D316907D035}"/>
              </a:ext>
            </a:extLst>
          </p:cNvPr>
          <p:cNvSpPr>
            <a:spLocks noGrp="1"/>
          </p:cNvSpPr>
          <p:nvPr>
            <p:ph type="title" hasCustomPrompt="1"/>
          </p:nvPr>
        </p:nvSpPr>
        <p:spPr>
          <a:xfrm>
            <a:off x="766763" y="684000"/>
            <a:ext cx="4608512" cy="626302"/>
          </a:xfrm>
          <a:prstGeom prst="rect">
            <a:avLst/>
          </a:prstGeom>
        </p:spPr>
        <p:txBody>
          <a:bodyPr vert="horz" lIns="0" tIns="0" rIns="0" bIns="0" rtlCol="0" anchor="t" anchorCtr="0">
            <a:noAutofit/>
          </a:bodyPr>
          <a:lstStyle>
            <a:lvl1pPr>
              <a:defRPr/>
            </a:lvl1pPr>
          </a:lstStyle>
          <a:p>
            <a:r>
              <a:rPr lang="en-US" noProof="0" err="1"/>
              <a:t>Titre</a:t>
            </a:r>
            <a:endParaRPr lang="en-US" noProof="0"/>
          </a:p>
        </p:txBody>
      </p:sp>
      <p:sp>
        <p:nvSpPr>
          <p:cNvPr id="6" name="Content Placeholder 20">
            <a:extLst>
              <a:ext uri="{FF2B5EF4-FFF2-40B4-BE49-F238E27FC236}">
                <a16:creationId xmlns:a16="http://schemas.microsoft.com/office/drawing/2014/main" id="{33476934-CF78-2D44-A533-364A3E20704C}"/>
              </a:ext>
            </a:extLst>
          </p:cNvPr>
          <p:cNvSpPr>
            <a:spLocks noGrp="1"/>
          </p:cNvSpPr>
          <p:nvPr>
            <p:ph sz="quarter" idx="17"/>
          </p:nvPr>
        </p:nvSpPr>
        <p:spPr>
          <a:xfrm>
            <a:off x="766763" y="1656522"/>
            <a:ext cx="4608512" cy="44363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44699261-482F-CC46-A8DC-45866B3268EC}"/>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808776835"/>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mage large droite + text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17AC7F31-D848-7A42-9ED8-A1A89D3409FC}"/>
              </a:ext>
            </a:extLst>
          </p:cNvPr>
          <p:cNvSpPr>
            <a:spLocks noGrp="1"/>
          </p:cNvSpPr>
          <p:nvPr>
            <p:ph type="title" hasCustomPrompt="1"/>
          </p:nvPr>
        </p:nvSpPr>
        <p:spPr>
          <a:xfrm>
            <a:off x="777224" y="619403"/>
            <a:ext cx="4598051" cy="2508110"/>
          </a:xfrm>
          <a:prstGeom prst="rect">
            <a:avLst/>
          </a:prstGeom>
        </p:spPr>
        <p:txBody>
          <a:bodyPr vert="horz" lIns="0" tIns="0" rIns="0" bIns="0" rtlCol="0" anchor="t" anchorCtr="0">
            <a:noAutofit/>
          </a:bodyPr>
          <a:lstStyle>
            <a:lvl1pPr>
              <a:defRPr sz="4800">
                <a:solidFill>
                  <a:schemeClr val="tx1"/>
                </a:solidFill>
              </a:defRPr>
            </a:lvl1pPr>
          </a:lstStyle>
          <a:p>
            <a:r>
              <a:rPr lang="en-US" noProof="0" err="1"/>
              <a:t>Titre</a:t>
            </a:r>
            <a:endParaRPr lang="en-US" noProof="0"/>
          </a:p>
        </p:txBody>
      </p:sp>
      <p:sp>
        <p:nvSpPr>
          <p:cNvPr id="5" name="Content Placeholder 20">
            <a:extLst>
              <a:ext uri="{FF2B5EF4-FFF2-40B4-BE49-F238E27FC236}">
                <a16:creationId xmlns:a16="http://schemas.microsoft.com/office/drawing/2014/main" id="{B70092EE-877E-F647-8457-99B829A53438}"/>
              </a:ext>
            </a:extLst>
          </p:cNvPr>
          <p:cNvSpPr>
            <a:spLocks noGrp="1"/>
          </p:cNvSpPr>
          <p:nvPr>
            <p:ph sz="quarter" idx="17" hasCustomPrompt="1"/>
          </p:nvPr>
        </p:nvSpPr>
        <p:spPr>
          <a:xfrm>
            <a:off x="766764" y="3429000"/>
            <a:ext cx="4608512" cy="2663825"/>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GB" sz="2000" b="1"/>
              <a:t>Cliquer pour ajouter du texte</a:t>
            </a:r>
            <a:endParaRPr lang="en-US"/>
          </a:p>
        </p:txBody>
      </p:sp>
      <p:sp>
        <p:nvSpPr>
          <p:cNvPr id="6" name="Picture Placeholder 2">
            <a:extLst>
              <a:ext uri="{FF2B5EF4-FFF2-40B4-BE49-F238E27FC236}">
                <a16:creationId xmlns:a16="http://schemas.microsoft.com/office/drawing/2014/main" id="{84A30FA9-EFE0-BD49-888A-59263379F2F6}"/>
              </a:ext>
            </a:extLst>
          </p:cNvPr>
          <p:cNvSpPr>
            <a:spLocks noGrp="1"/>
          </p:cNvSpPr>
          <p:nvPr>
            <p:ph type="pic" sz="quarter" idx="18" hasCustomPrompt="1"/>
          </p:nvPr>
        </p:nvSpPr>
        <p:spPr>
          <a:xfrm>
            <a:off x="6132513" y="765174"/>
            <a:ext cx="5292726" cy="5327651"/>
          </a:xfrm>
          <a:prstGeom prst="rect">
            <a:avLst/>
          </a:prstGeom>
        </p:spPr>
        <p:txBody>
          <a:bodyPr anchor="t" anchorCtr="0">
            <a:noAutofit/>
          </a:bodyPr>
          <a:lstStyle>
            <a:lvl1pPr marL="0" indent="0" algn="l">
              <a:buNone/>
              <a:defRPr sz="3200"/>
            </a:lvl1pPr>
          </a:lstStyle>
          <a:p>
            <a:r>
              <a:rPr lang="fr-FR"/>
              <a:t>Cliquer sur l'icône pour ajouter une image</a:t>
            </a:r>
            <a:endParaRPr lang="en-GB"/>
          </a:p>
        </p:txBody>
      </p:sp>
      <p:sp>
        <p:nvSpPr>
          <p:cNvPr id="7" name="Slide Number Placeholder 5">
            <a:extLst>
              <a:ext uri="{FF2B5EF4-FFF2-40B4-BE49-F238E27FC236}">
                <a16:creationId xmlns:a16="http://schemas.microsoft.com/office/drawing/2014/main" id="{3FA5BEA3-FBAD-324A-A722-33A5B9C7B06C}"/>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54112317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large gauche + text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4E82D4CB-D75A-1A45-B05D-E33B4030488F}"/>
              </a:ext>
            </a:extLst>
          </p:cNvPr>
          <p:cNvSpPr>
            <a:spLocks noGrp="1"/>
          </p:cNvSpPr>
          <p:nvPr>
            <p:ph type="title" hasCustomPrompt="1"/>
          </p:nvPr>
        </p:nvSpPr>
        <p:spPr>
          <a:xfrm>
            <a:off x="6888163" y="614877"/>
            <a:ext cx="4537075" cy="2511382"/>
          </a:xfrm>
          <a:prstGeom prst="rect">
            <a:avLst/>
          </a:prstGeom>
        </p:spPr>
        <p:txBody>
          <a:bodyPr vert="horz" lIns="0" tIns="0" rIns="0" bIns="0" rtlCol="0" anchor="t" anchorCtr="0">
            <a:noAutofit/>
          </a:bodyPr>
          <a:lstStyle>
            <a:lvl1pPr>
              <a:defRPr sz="4800">
                <a:solidFill>
                  <a:schemeClr val="tx1"/>
                </a:solidFill>
              </a:defRPr>
            </a:lvl1pPr>
          </a:lstStyle>
          <a:p>
            <a:r>
              <a:rPr lang="en-US" noProof="0" err="1"/>
              <a:t>Titre</a:t>
            </a:r>
            <a:endParaRPr lang="en-US" noProof="0"/>
          </a:p>
        </p:txBody>
      </p:sp>
      <p:sp>
        <p:nvSpPr>
          <p:cNvPr id="5" name="Content Placeholder 20">
            <a:extLst>
              <a:ext uri="{FF2B5EF4-FFF2-40B4-BE49-F238E27FC236}">
                <a16:creationId xmlns:a16="http://schemas.microsoft.com/office/drawing/2014/main" id="{78BAFC30-690F-6A41-BE1B-8B7925B9B41A}"/>
              </a:ext>
            </a:extLst>
          </p:cNvPr>
          <p:cNvSpPr>
            <a:spLocks noGrp="1"/>
          </p:cNvSpPr>
          <p:nvPr>
            <p:ph sz="quarter" idx="17"/>
          </p:nvPr>
        </p:nvSpPr>
        <p:spPr>
          <a:xfrm>
            <a:off x="6888163" y="3392488"/>
            <a:ext cx="4537075" cy="2700337"/>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Arial" pitchFamily="34" charset="0"/>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2">
            <a:extLst>
              <a:ext uri="{FF2B5EF4-FFF2-40B4-BE49-F238E27FC236}">
                <a16:creationId xmlns:a16="http://schemas.microsoft.com/office/drawing/2014/main" id="{A46A2561-43A0-D843-B868-9E14FD55F20B}"/>
              </a:ext>
            </a:extLst>
          </p:cNvPr>
          <p:cNvSpPr>
            <a:spLocks noGrp="1"/>
          </p:cNvSpPr>
          <p:nvPr>
            <p:ph type="pic" sz="quarter" idx="18" hasCustomPrompt="1"/>
          </p:nvPr>
        </p:nvSpPr>
        <p:spPr>
          <a:xfrm>
            <a:off x="766762" y="765174"/>
            <a:ext cx="5365751" cy="5327651"/>
          </a:xfrm>
          <a:prstGeom prst="rect">
            <a:avLst/>
          </a:prstGeom>
        </p:spPr>
        <p:txBody>
          <a:bodyPr anchor="t" anchorCtr="0">
            <a:noAutofit/>
          </a:bodyPr>
          <a:lstStyle>
            <a:lvl1pPr marL="0" indent="0" algn="l">
              <a:buNone/>
              <a:defRPr sz="3200"/>
            </a:lvl1pPr>
          </a:lstStyle>
          <a:p>
            <a:r>
              <a:rPr lang="fr-FR"/>
              <a:t>Cliquer sur l'icône pour ajouter une image</a:t>
            </a:r>
            <a:endParaRPr lang="en-GB"/>
          </a:p>
        </p:txBody>
      </p:sp>
      <p:sp>
        <p:nvSpPr>
          <p:cNvPr id="7" name="Slide Number Placeholder 5">
            <a:extLst>
              <a:ext uri="{FF2B5EF4-FFF2-40B4-BE49-F238E27FC236}">
                <a16:creationId xmlns:a16="http://schemas.microsoft.com/office/drawing/2014/main" id="{5D8B5A1A-FC46-2349-BBB1-B939578EEBCF}"/>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614359446"/>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s multiples">
    <p:spTree>
      <p:nvGrpSpPr>
        <p:cNvPr id="1" name=""/>
        <p:cNvGrpSpPr/>
        <p:nvPr/>
      </p:nvGrpSpPr>
      <p:grpSpPr>
        <a:xfrm>
          <a:off x="0" y="0"/>
          <a:ext cx="0" cy="0"/>
          <a:chOff x="0" y="0"/>
          <a:chExt cx="0" cy="0"/>
        </a:xfrm>
      </p:grpSpPr>
      <p:sp>
        <p:nvSpPr>
          <p:cNvPr id="12" name="Picture Placeholder 20">
            <a:extLst>
              <a:ext uri="{FF2B5EF4-FFF2-40B4-BE49-F238E27FC236}">
                <a16:creationId xmlns:a16="http://schemas.microsoft.com/office/drawing/2014/main" id="{5170FB53-6BB4-B54A-8584-443D632100A5}"/>
              </a:ext>
            </a:extLst>
          </p:cNvPr>
          <p:cNvSpPr>
            <a:spLocks noGrp="1"/>
          </p:cNvSpPr>
          <p:nvPr>
            <p:ph type="pic" sz="quarter" idx="14" hasCustomPrompt="1"/>
          </p:nvPr>
        </p:nvSpPr>
        <p:spPr>
          <a:xfrm>
            <a:off x="766764" y="1568767"/>
            <a:ext cx="3060700" cy="2909559"/>
          </a:xfrm>
          <a:prstGeom prst="rect">
            <a:avLst/>
          </a:prstGeom>
        </p:spPr>
        <p:txBody>
          <a:bodyPr lIns="0" tIns="0" rIns="0" bIns="0">
            <a:noAutofit/>
          </a:bodyPr>
          <a:lstStyle>
            <a:lvl1pPr>
              <a:buNone/>
              <a:defRPr lang="en-GB" sz="18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13" name="Picture Placeholder 20">
            <a:extLst>
              <a:ext uri="{FF2B5EF4-FFF2-40B4-BE49-F238E27FC236}">
                <a16:creationId xmlns:a16="http://schemas.microsoft.com/office/drawing/2014/main" id="{B1899592-EF28-9645-8C15-0EF1AC9F46A6}"/>
              </a:ext>
            </a:extLst>
          </p:cNvPr>
          <p:cNvSpPr>
            <a:spLocks noGrp="1"/>
          </p:cNvSpPr>
          <p:nvPr>
            <p:ph type="pic" sz="quarter" idx="15" hasCustomPrompt="1"/>
          </p:nvPr>
        </p:nvSpPr>
        <p:spPr>
          <a:xfrm>
            <a:off x="4583113" y="1568767"/>
            <a:ext cx="3025775" cy="2909559"/>
          </a:xfrm>
          <a:prstGeom prst="rect">
            <a:avLst/>
          </a:prstGeom>
        </p:spPr>
        <p:txBody>
          <a:bodyPr lIns="0" tIns="0" rIns="0" bIns="0">
            <a:noAutofit/>
          </a:bodyPr>
          <a:lstStyle>
            <a:lvl1pPr>
              <a:buNone/>
              <a:defRPr lang="en-GB" sz="18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14" name="Picture Placeholder 20">
            <a:extLst>
              <a:ext uri="{FF2B5EF4-FFF2-40B4-BE49-F238E27FC236}">
                <a16:creationId xmlns:a16="http://schemas.microsoft.com/office/drawing/2014/main" id="{692D9CF3-0D5D-0141-8B99-94C866845EA2}"/>
              </a:ext>
            </a:extLst>
          </p:cNvPr>
          <p:cNvSpPr>
            <a:spLocks noGrp="1"/>
          </p:cNvSpPr>
          <p:nvPr>
            <p:ph type="pic" sz="quarter" idx="16" hasCustomPrompt="1"/>
          </p:nvPr>
        </p:nvSpPr>
        <p:spPr>
          <a:xfrm>
            <a:off x="8401050" y="1568767"/>
            <a:ext cx="3024188" cy="2909559"/>
          </a:xfrm>
          <a:prstGeom prst="rect">
            <a:avLst/>
          </a:prstGeom>
        </p:spPr>
        <p:txBody>
          <a:bodyPr lIns="0" tIns="0" rIns="0" bIns="0">
            <a:noAutofit/>
          </a:bodyPr>
          <a:lstStyle>
            <a:lvl1pPr>
              <a:buNone/>
              <a:defRPr lang="en-GB" sz="18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15" name="Title Placeholder 1">
            <a:extLst>
              <a:ext uri="{FF2B5EF4-FFF2-40B4-BE49-F238E27FC236}">
                <a16:creationId xmlns:a16="http://schemas.microsoft.com/office/drawing/2014/main" id="{3770998F-754D-FA42-A923-970280E1AFB9}"/>
              </a:ext>
            </a:extLst>
          </p:cNvPr>
          <p:cNvSpPr>
            <a:spLocks noGrp="1"/>
          </p:cNvSpPr>
          <p:nvPr>
            <p:ph type="title" hasCustomPrompt="1"/>
          </p:nvPr>
        </p:nvSpPr>
        <p:spPr>
          <a:xfrm>
            <a:off x="766763" y="684470"/>
            <a:ext cx="10658475" cy="667067"/>
          </a:xfrm>
          <a:prstGeom prst="rect">
            <a:avLst/>
          </a:prstGeom>
        </p:spPr>
        <p:txBody>
          <a:bodyPr vert="horz" lIns="0" tIns="0" rIns="0" bIns="0" rtlCol="0" anchor="t" anchorCtr="0">
            <a:noAutofit/>
          </a:bodyPr>
          <a:lstStyle>
            <a:lvl1pPr>
              <a:defRPr/>
            </a:lvl1pPr>
          </a:lstStyle>
          <a:p>
            <a:r>
              <a:rPr lang="en-US" noProof="0" err="1"/>
              <a:t>Titre</a:t>
            </a:r>
            <a:endParaRPr lang="en-US" noProof="0"/>
          </a:p>
        </p:txBody>
      </p:sp>
      <p:sp>
        <p:nvSpPr>
          <p:cNvPr id="16" name="Content Placeholder 20">
            <a:extLst>
              <a:ext uri="{FF2B5EF4-FFF2-40B4-BE49-F238E27FC236}">
                <a16:creationId xmlns:a16="http://schemas.microsoft.com/office/drawing/2014/main" id="{BC03956D-46EB-3F49-A20A-7C378E0B76A2}"/>
              </a:ext>
            </a:extLst>
          </p:cNvPr>
          <p:cNvSpPr>
            <a:spLocks noGrp="1"/>
          </p:cNvSpPr>
          <p:nvPr>
            <p:ph sz="quarter" idx="17" hasCustomPrompt="1"/>
          </p:nvPr>
        </p:nvSpPr>
        <p:spPr>
          <a:xfrm>
            <a:off x="766764" y="4614043"/>
            <a:ext cx="3060700" cy="1478782"/>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8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err="1"/>
              <a:t>Texte</a:t>
            </a:r>
            <a:endParaRPr lang="en-US"/>
          </a:p>
        </p:txBody>
      </p:sp>
      <p:sp>
        <p:nvSpPr>
          <p:cNvPr id="17" name="Content Placeholder 20">
            <a:extLst>
              <a:ext uri="{FF2B5EF4-FFF2-40B4-BE49-F238E27FC236}">
                <a16:creationId xmlns:a16="http://schemas.microsoft.com/office/drawing/2014/main" id="{7A005D06-9E5F-7443-9230-0698D255E511}"/>
              </a:ext>
            </a:extLst>
          </p:cNvPr>
          <p:cNvSpPr>
            <a:spLocks noGrp="1"/>
          </p:cNvSpPr>
          <p:nvPr>
            <p:ph sz="quarter" idx="22" hasCustomPrompt="1"/>
          </p:nvPr>
        </p:nvSpPr>
        <p:spPr>
          <a:xfrm>
            <a:off x="4583113" y="4614042"/>
            <a:ext cx="3025775" cy="1478783"/>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8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err="1"/>
              <a:t>Texte</a:t>
            </a:r>
            <a:endParaRPr lang="en-US"/>
          </a:p>
        </p:txBody>
      </p:sp>
      <p:sp>
        <p:nvSpPr>
          <p:cNvPr id="18" name="Content Placeholder 20">
            <a:extLst>
              <a:ext uri="{FF2B5EF4-FFF2-40B4-BE49-F238E27FC236}">
                <a16:creationId xmlns:a16="http://schemas.microsoft.com/office/drawing/2014/main" id="{01123FBB-4A46-6B4A-BA45-B31DC6905E51}"/>
              </a:ext>
            </a:extLst>
          </p:cNvPr>
          <p:cNvSpPr>
            <a:spLocks noGrp="1"/>
          </p:cNvSpPr>
          <p:nvPr>
            <p:ph sz="quarter" idx="23" hasCustomPrompt="1"/>
          </p:nvPr>
        </p:nvSpPr>
        <p:spPr>
          <a:xfrm>
            <a:off x="8401051" y="4614042"/>
            <a:ext cx="3024188" cy="1478783"/>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8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err="1"/>
              <a:t>Texte</a:t>
            </a:r>
            <a:endParaRPr lang="en-US"/>
          </a:p>
        </p:txBody>
      </p:sp>
      <p:sp>
        <p:nvSpPr>
          <p:cNvPr id="19" name="Slide Number Placeholder 5">
            <a:extLst>
              <a:ext uri="{FF2B5EF4-FFF2-40B4-BE49-F238E27FC236}">
                <a16:creationId xmlns:a16="http://schemas.microsoft.com/office/drawing/2014/main" id="{19E90BF8-A5EC-F044-B182-531F647CE68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070142304"/>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u avec deux photos">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7A19DCD6-2165-FF4F-8E06-154879697ACB}"/>
              </a:ext>
            </a:extLst>
          </p:cNvPr>
          <p:cNvSpPr>
            <a:spLocks noGrp="1"/>
          </p:cNvSpPr>
          <p:nvPr>
            <p:ph type="title" hasCustomPrompt="1"/>
          </p:nvPr>
        </p:nvSpPr>
        <p:spPr>
          <a:xfrm>
            <a:off x="766763" y="684470"/>
            <a:ext cx="10658475" cy="667067"/>
          </a:xfrm>
          <a:prstGeom prst="rect">
            <a:avLst/>
          </a:prstGeom>
        </p:spPr>
        <p:txBody>
          <a:bodyPr vert="horz" lIns="0" tIns="0" rIns="0" bIns="0" rtlCol="0" anchor="t" anchorCtr="0">
            <a:noAutofit/>
          </a:bodyPr>
          <a:lstStyle>
            <a:lvl1pPr>
              <a:defRPr/>
            </a:lvl1pPr>
          </a:lstStyle>
          <a:p>
            <a:r>
              <a:rPr lang="en-US" noProof="0"/>
              <a:t>Image à deux contenus</a:t>
            </a:r>
          </a:p>
        </p:txBody>
      </p:sp>
      <p:sp>
        <p:nvSpPr>
          <p:cNvPr id="5" name="Content Placeholder 20">
            <a:extLst>
              <a:ext uri="{FF2B5EF4-FFF2-40B4-BE49-F238E27FC236}">
                <a16:creationId xmlns:a16="http://schemas.microsoft.com/office/drawing/2014/main" id="{04642528-8FF6-2D41-9E96-06B28BC27D1F}"/>
              </a:ext>
            </a:extLst>
          </p:cNvPr>
          <p:cNvSpPr>
            <a:spLocks noGrp="1"/>
          </p:cNvSpPr>
          <p:nvPr>
            <p:ph sz="quarter" idx="17"/>
          </p:nvPr>
        </p:nvSpPr>
        <p:spPr>
          <a:xfrm>
            <a:off x="766764" y="2613302"/>
            <a:ext cx="4902516" cy="347952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0">
            <a:extLst>
              <a:ext uri="{FF2B5EF4-FFF2-40B4-BE49-F238E27FC236}">
                <a16:creationId xmlns:a16="http://schemas.microsoft.com/office/drawing/2014/main" id="{1F8D1EDC-16DC-1E49-9140-329AB89F3C31}"/>
              </a:ext>
            </a:extLst>
          </p:cNvPr>
          <p:cNvSpPr>
            <a:spLocks noGrp="1"/>
          </p:cNvSpPr>
          <p:nvPr>
            <p:ph sz="quarter" idx="23"/>
          </p:nvPr>
        </p:nvSpPr>
        <p:spPr>
          <a:xfrm>
            <a:off x="6583680" y="2613302"/>
            <a:ext cx="4841558" cy="3479524"/>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Arial" pitchFamily="34" charset="0"/>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0">
            <a:extLst>
              <a:ext uri="{FF2B5EF4-FFF2-40B4-BE49-F238E27FC236}">
                <a16:creationId xmlns:a16="http://schemas.microsoft.com/office/drawing/2014/main" id="{F042210E-DA66-4F45-8CAD-D964E0E37981}"/>
              </a:ext>
            </a:extLst>
          </p:cNvPr>
          <p:cNvSpPr>
            <a:spLocks noGrp="1"/>
          </p:cNvSpPr>
          <p:nvPr>
            <p:ph sz="quarter" idx="24"/>
          </p:nvPr>
        </p:nvSpPr>
        <p:spPr>
          <a:xfrm>
            <a:off x="766763" y="1557338"/>
            <a:ext cx="10658475" cy="838200"/>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Arial" pitchFamily="34" charset="0"/>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Pct val="110000"/>
              <a:buFont typeface="Arial"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p:txBody>
      </p:sp>
      <p:sp>
        <p:nvSpPr>
          <p:cNvPr id="8" name="Slide Number Placeholder 5">
            <a:extLst>
              <a:ext uri="{FF2B5EF4-FFF2-40B4-BE49-F238E27FC236}">
                <a16:creationId xmlns:a16="http://schemas.microsoft.com/office/drawing/2014/main" id="{5173D1E9-C3A6-5C42-AC76-11711669ACC4}"/>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138227239"/>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ande image">
    <p:spTree>
      <p:nvGrpSpPr>
        <p:cNvPr id="1" name=""/>
        <p:cNvGrpSpPr/>
        <p:nvPr/>
      </p:nvGrpSpPr>
      <p:grpSpPr>
        <a:xfrm>
          <a:off x="0" y="0"/>
          <a:ext cx="0" cy="0"/>
          <a:chOff x="0" y="0"/>
          <a:chExt cx="0" cy="0"/>
        </a:xfrm>
      </p:grpSpPr>
      <p:sp>
        <p:nvSpPr>
          <p:cNvPr id="4" name="Picture Placeholder 20">
            <a:extLst>
              <a:ext uri="{FF2B5EF4-FFF2-40B4-BE49-F238E27FC236}">
                <a16:creationId xmlns:a16="http://schemas.microsoft.com/office/drawing/2014/main" id="{420CEB52-B65A-D743-A3ED-12AE04915047}"/>
              </a:ext>
            </a:extLst>
          </p:cNvPr>
          <p:cNvSpPr>
            <a:spLocks noGrp="1"/>
          </p:cNvSpPr>
          <p:nvPr>
            <p:ph type="pic" sz="quarter" idx="14" hasCustomPrompt="1"/>
          </p:nvPr>
        </p:nvSpPr>
        <p:spPr>
          <a:xfrm>
            <a:off x="766762" y="1543050"/>
            <a:ext cx="10658476" cy="3517594"/>
          </a:xfrm>
          <a:prstGeom prst="rect">
            <a:avLst/>
          </a:prstGeom>
        </p:spPr>
        <p:txBody>
          <a:bodyPr lIns="0" tIns="0" rIns="0" bIns="0">
            <a:noAutofit/>
          </a:bodyPr>
          <a:lstStyle>
            <a:lvl1pPr>
              <a:buNone/>
              <a:defRPr lang="en-GB" sz="18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5" name="Title Placeholder 1">
            <a:extLst>
              <a:ext uri="{FF2B5EF4-FFF2-40B4-BE49-F238E27FC236}">
                <a16:creationId xmlns:a16="http://schemas.microsoft.com/office/drawing/2014/main" id="{023D73AD-1DE7-2743-9226-A7A91D16B7A4}"/>
              </a:ext>
            </a:extLst>
          </p:cNvPr>
          <p:cNvSpPr>
            <a:spLocks noGrp="1"/>
          </p:cNvSpPr>
          <p:nvPr>
            <p:ph type="title" hasCustomPrompt="1"/>
          </p:nvPr>
        </p:nvSpPr>
        <p:spPr>
          <a:xfrm>
            <a:off x="766763" y="684000"/>
            <a:ext cx="10658475" cy="589597"/>
          </a:xfrm>
          <a:prstGeom prst="rect">
            <a:avLst/>
          </a:prstGeom>
        </p:spPr>
        <p:txBody>
          <a:bodyPr vert="horz" lIns="0" tIns="0" rIns="0" bIns="0" rtlCol="0" anchor="t" anchorCtr="0">
            <a:noAutofit/>
          </a:bodyPr>
          <a:lstStyle>
            <a:lvl1pPr>
              <a:defRPr/>
            </a:lvl1pPr>
          </a:lstStyle>
          <a:p>
            <a:r>
              <a:rPr lang="en-US" noProof="0"/>
              <a:t>Grande image</a:t>
            </a:r>
          </a:p>
        </p:txBody>
      </p:sp>
      <p:sp>
        <p:nvSpPr>
          <p:cNvPr id="6" name="Content Placeholder 20">
            <a:extLst>
              <a:ext uri="{FF2B5EF4-FFF2-40B4-BE49-F238E27FC236}">
                <a16:creationId xmlns:a16="http://schemas.microsoft.com/office/drawing/2014/main" id="{483732CE-175A-AE46-915A-9D42DBB49026}"/>
              </a:ext>
            </a:extLst>
          </p:cNvPr>
          <p:cNvSpPr>
            <a:spLocks noGrp="1"/>
          </p:cNvSpPr>
          <p:nvPr>
            <p:ph sz="quarter" idx="17" hasCustomPrompt="1"/>
          </p:nvPr>
        </p:nvSpPr>
        <p:spPr>
          <a:xfrm>
            <a:off x="766763" y="5349240"/>
            <a:ext cx="10658475" cy="743585"/>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Arial" pitchFamily="34" charset="0"/>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err="1"/>
              <a:t>Texte</a:t>
            </a:r>
            <a:endParaRPr lang="en-US"/>
          </a:p>
        </p:txBody>
      </p:sp>
      <p:sp>
        <p:nvSpPr>
          <p:cNvPr id="7" name="Slide Number Placeholder 5">
            <a:extLst>
              <a:ext uri="{FF2B5EF4-FFF2-40B4-BE49-F238E27FC236}">
                <a16:creationId xmlns:a16="http://schemas.microsoft.com/office/drawing/2014/main" id="{470662E6-3FE4-A34A-B7BF-633F17691C65}"/>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8" name="TextBox 7">
            <a:extLst>
              <a:ext uri="{FF2B5EF4-FFF2-40B4-BE49-F238E27FC236}">
                <a16:creationId xmlns:a16="http://schemas.microsoft.com/office/drawing/2014/main" id="{E61AAB56-5C60-234D-ACF5-C538156D1F50}"/>
              </a:ext>
            </a:extLst>
          </p:cNvPr>
          <p:cNvSpPr txBox="1"/>
          <p:nvPr userDrawn="1"/>
        </p:nvSpPr>
        <p:spPr>
          <a:xfrm flipH="1">
            <a:off x="2480310" y="948690"/>
            <a:ext cx="0" cy="0"/>
          </a:xfrm>
          <a:prstGeom prst="rect">
            <a:avLst/>
          </a:prstGeom>
        </p:spPr>
        <p:txBody>
          <a:bodyPr vert="horz" wrap="none" lIns="0" tIns="0" rIns="0" bIns="0" rtlCol="0" anchor="t" anchorCtr="0">
            <a:noAutofit/>
          </a:bodyPr>
          <a:lstStyle/>
          <a:p>
            <a:pPr algn="l"/>
            <a:endParaRPr lang="en-CA"/>
          </a:p>
        </p:txBody>
      </p:sp>
    </p:spTree>
    <p:extLst>
      <p:ext uri="{BB962C8B-B14F-4D97-AF65-F5344CB8AC3E}">
        <p14:creationId xmlns:p14="http://schemas.microsoft.com/office/powerpoint/2010/main" val="532533272"/>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hoto avec légende">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9950F591-6698-174F-81A5-43CD769B1073}"/>
              </a:ext>
            </a:extLst>
          </p:cNvPr>
          <p:cNvSpPr>
            <a:spLocks noGrp="1"/>
          </p:cNvSpPr>
          <p:nvPr>
            <p:ph idx="1" hasCustomPrompt="1"/>
          </p:nvPr>
        </p:nvSpPr>
        <p:spPr>
          <a:xfrm>
            <a:off x="766763" y="1557338"/>
            <a:ext cx="10658475" cy="347341"/>
          </a:xfrm>
          <a:prstGeom prst="rect">
            <a:avLst/>
          </a:prstGeom>
        </p:spPr>
        <p:txBody>
          <a:bodyPr lIns="0" tIns="0" rIns="0" bIns="0">
            <a:noAutofit/>
          </a:bodyPr>
          <a:lstStyle>
            <a:lvl1pPr marL="0" indent="0">
              <a:spcBef>
                <a:spcPts val="600"/>
              </a:spcBef>
              <a:buSzPct val="120000"/>
              <a:buFont typeface="Arial" pitchFamily="34" charset="0"/>
              <a:buNone/>
              <a:defRPr sz="1600" baseline="0">
                <a:solidFill>
                  <a:schemeClr val="tx1"/>
                </a:solidFill>
                <a:latin typeface="Arial" pitchFamily="34" charset="0"/>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a:t>Cliquer pour ajouter du texte</a:t>
            </a:r>
          </a:p>
        </p:txBody>
      </p:sp>
      <p:sp>
        <p:nvSpPr>
          <p:cNvPr id="5" name="Picture Placeholder 20">
            <a:extLst>
              <a:ext uri="{FF2B5EF4-FFF2-40B4-BE49-F238E27FC236}">
                <a16:creationId xmlns:a16="http://schemas.microsoft.com/office/drawing/2014/main" id="{98B63CA1-A686-354F-9B7A-AF51E599D9B3}"/>
              </a:ext>
            </a:extLst>
          </p:cNvPr>
          <p:cNvSpPr>
            <a:spLocks noGrp="1"/>
          </p:cNvSpPr>
          <p:nvPr>
            <p:ph type="pic" sz="quarter" idx="14" hasCustomPrompt="1"/>
          </p:nvPr>
        </p:nvSpPr>
        <p:spPr>
          <a:xfrm>
            <a:off x="766763" y="2052242"/>
            <a:ext cx="10658476" cy="4040584"/>
          </a:xfrm>
          <a:prstGeom prst="rect">
            <a:avLst/>
          </a:prstGeom>
        </p:spPr>
        <p:txBody>
          <a:bodyPr lIns="0" tIns="0" rIns="0" bIns="0">
            <a:noAutofit/>
          </a:bodyPr>
          <a:lstStyle>
            <a:lvl1pPr>
              <a:buNone/>
              <a:defRPr lang="en-GB" sz="18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6" name="Title Placeholder 1">
            <a:extLst>
              <a:ext uri="{FF2B5EF4-FFF2-40B4-BE49-F238E27FC236}">
                <a16:creationId xmlns:a16="http://schemas.microsoft.com/office/drawing/2014/main" id="{D4E11DA7-0585-0C47-A225-82B868CFC1C1}"/>
              </a:ext>
            </a:extLst>
          </p:cNvPr>
          <p:cNvSpPr>
            <a:spLocks noGrp="1"/>
          </p:cNvSpPr>
          <p:nvPr>
            <p:ph type="title" hasCustomPrompt="1"/>
          </p:nvPr>
        </p:nvSpPr>
        <p:spPr>
          <a:xfrm>
            <a:off x="766763" y="684000"/>
            <a:ext cx="10658475" cy="667068"/>
          </a:xfrm>
          <a:prstGeom prst="rect">
            <a:avLst/>
          </a:prstGeom>
        </p:spPr>
        <p:txBody>
          <a:bodyPr vert="horz" lIns="0" tIns="0" rIns="0" bIns="0" rtlCol="0" anchor="t" anchorCtr="0">
            <a:noAutofit/>
          </a:bodyPr>
          <a:lstStyle>
            <a:lvl1pPr>
              <a:defRPr/>
            </a:lvl1pPr>
          </a:lstStyle>
          <a:p>
            <a:r>
              <a:rPr lang="en-US" noProof="0"/>
              <a:t>Image avec légende</a:t>
            </a:r>
          </a:p>
        </p:txBody>
      </p:sp>
      <p:sp>
        <p:nvSpPr>
          <p:cNvPr id="7" name="Slide Number Placeholder 5">
            <a:extLst>
              <a:ext uri="{FF2B5EF4-FFF2-40B4-BE49-F238E27FC236}">
                <a16:creationId xmlns:a16="http://schemas.microsoft.com/office/drawing/2014/main" id="{00831232-776B-724A-A622-0B2D2052FA74}"/>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3039610665"/>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Élément graphique avec texte">
    <p:spTree>
      <p:nvGrpSpPr>
        <p:cNvPr id="1" name=""/>
        <p:cNvGrpSpPr/>
        <p:nvPr/>
      </p:nvGrpSpPr>
      <p:grpSpPr>
        <a:xfrm>
          <a:off x="0" y="0"/>
          <a:ext cx="0" cy="0"/>
          <a:chOff x="0" y="0"/>
          <a:chExt cx="0" cy="0"/>
        </a:xfrm>
      </p:grpSpPr>
      <p:sp>
        <p:nvSpPr>
          <p:cNvPr id="11" name="Espace réservé pour une image  17">
            <a:extLst>
              <a:ext uri="{FF2B5EF4-FFF2-40B4-BE49-F238E27FC236}">
                <a16:creationId xmlns:a16="http://schemas.microsoft.com/office/drawing/2014/main" id="{158CC81F-693C-7745-ACBD-E267DB1433AB}"/>
              </a:ext>
            </a:extLst>
          </p:cNvPr>
          <p:cNvSpPr>
            <a:spLocks noGrp="1" noChangeAspect="1"/>
          </p:cNvSpPr>
          <p:nvPr>
            <p:ph type="pic" sz="quarter" idx="11" hasCustomPrompt="1"/>
          </p:nvPr>
        </p:nvSpPr>
        <p:spPr>
          <a:xfrm>
            <a:off x="785728" y="765526"/>
            <a:ext cx="5327298" cy="5327299"/>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p:spPr>
        <p:txBody>
          <a:bodyPr wrap="square">
            <a:noAutofit/>
          </a:bodyPr>
          <a:lstStyle>
            <a:lvl1pPr marL="0" indent="0">
              <a:buNone/>
              <a:defRPr/>
            </a:lvl1pPr>
          </a:lstStyle>
          <a:p>
            <a:r>
              <a:rPr lang="fr-CA" sz="3200">
                <a:cs typeface="Arial" pitchFamily="34" charset="0"/>
              </a:rPr>
              <a:t>Cliquer sur l’icône « Images » pour y intégrer une nouvelle image hébergée sur votre ordinateur.</a:t>
            </a:r>
            <a:endParaRPr lang="fr-FR"/>
          </a:p>
        </p:txBody>
      </p:sp>
      <p:sp>
        <p:nvSpPr>
          <p:cNvPr id="15" name="Title Placeholder 1">
            <a:extLst>
              <a:ext uri="{FF2B5EF4-FFF2-40B4-BE49-F238E27FC236}">
                <a16:creationId xmlns:a16="http://schemas.microsoft.com/office/drawing/2014/main" id="{F7349B97-C28F-3B44-B284-12F2C2ABD73C}"/>
              </a:ext>
            </a:extLst>
          </p:cNvPr>
          <p:cNvSpPr>
            <a:spLocks noGrp="1"/>
          </p:cNvSpPr>
          <p:nvPr>
            <p:ph type="title" hasCustomPrompt="1"/>
          </p:nvPr>
        </p:nvSpPr>
        <p:spPr>
          <a:xfrm>
            <a:off x="6888163" y="684000"/>
            <a:ext cx="4537075" cy="611189"/>
          </a:xfrm>
          <a:prstGeom prst="rect">
            <a:avLst/>
          </a:prstGeom>
        </p:spPr>
        <p:txBody>
          <a:bodyPr vert="horz" lIns="0" tIns="0" rIns="0" bIns="0" rtlCol="0" anchor="t" anchorCtr="0">
            <a:noAutofit/>
          </a:bodyPr>
          <a:lstStyle>
            <a:lvl1pPr>
              <a:defRPr/>
            </a:lvl1pPr>
          </a:lstStyle>
          <a:p>
            <a:r>
              <a:rPr lang="en-CA" noProof="0"/>
              <a:t>Titre</a:t>
            </a:r>
          </a:p>
        </p:txBody>
      </p:sp>
      <p:sp>
        <p:nvSpPr>
          <p:cNvPr id="8" name="Slide Number Placeholder 5">
            <a:extLst>
              <a:ext uri="{FF2B5EF4-FFF2-40B4-BE49-F238E27FC236}">
                <a16:creationId xmlns:a16="http://schemas.microsoft.com/office/drawing/2014/main" id="{6EAD3CFF-35F0-EE42-99CF-7B91F8844AF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9" name="Content Placeholder 20">
            <a:extLst>
              <a:ext uri="{FF2B5EF4-FFF2-40B4-BE49-F238E27FC236}">
                <a16:creationId xmlns:a16="http://schemas.microsoft.com/office/drawing/2014/main" id="{724BBC96-0D1F-2C4D-B3B5-A7EE6A8D87D1}"/>
              </a:ext>
            </a:extLst>
          </p:cNvPr>
          <p:cNvSpPr>
            <a:spLocks noGrp="1"/>
          </p:cNvSpPr>
          <p:nvPr>
            <p:ph sz="quarter" idx="18"/>
          </p:nvPr>
        </p:nvSpPr>
        <p:spPr>
          <a:xfrm>
            <a:off x="6888163" y="1684422"/>
            <a:ext cx="4537075" cy="4408404"/>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Arial" pitchFamily="34" charset="0"/>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38051614"/>
      </p:ext>
    </p:extLst>
  </p:cSld>
  <p:clrMapOvr>
    <a:masterClrMapping/>
  </p:clrMapOvr>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9AF54B69-F2F9-F04B-B242-EB97229446DE}"/>
              </a:ext>
            </a:extLst>
          </p:cNvPr>
          <p:cNvSpPr>
            <a:spLocks noGrp="1"/>
          </p:cNvSpPr>
          <p:nvPr>
            <p:ph type="title" hasCustomPrompt="1"/>
          </p:nvPr>
        </p:nvSpPr>
        <p:spPr>
          <a:xfrm>
            <a:off x="766763" y="684000"/>
            <a:ext cx="10658475" cy="541112"/>
          </a:xfrm>
          <a:prstGeom prst="rect">
            <a:avLst/>
          </a:prstGeom>
        </p:spPr>
        <p:txBody>
          <a:bodyPr vert="horz" lIns="0" tIns="0" rIns="0" bIns="0" rtlCol="0" anchor="t" anchorCtr="0">
            <a:noAutofit/>
          </a:bodyPr>
          <a:lstStyle>
            <a:lvl1pPr>
              <a:defRPr baseline="0">
                <a:solidFill>
                  <a:schemeClr val="tx1"/>
                </a:solidFill>
              </a:defRPr>
            </a:lvl1pPr>
          </a:lstStyle>
          <a:p>
            <a:r>
              <a:rPr lang="en-CA" err="1"/>
              <a:t>Diapositive de texte standard</a:t>
            </a:r>
            <a:endParaRPr lang="en-US" noProof="0"/>
          </a:p>
        </p:txBody>
      </p:sp>
      <p:sp>
        <p:nvSpPr>
          <p:cNvPr id="5" name="Content Placeholder 20">
            <a:extLst>
              <a:ext uri="{FF2B5EF4-FFF2-40B4-BE49-F238E27FC236}">
                <a16:creationId xmlns:a16="http://schemas.microsoft.com/office/drawing/2014/main" id="{6A54173B-8497-A140-8F24-1AF3E1B758D8}"/>
              </a:ext>
            </a:extLst>
          </p:cNvPr>
          <p:cNvSpPr>
            <a:spLocks noGrp="1"/>
          </p:cNvSpPr>
          <p:nvPr>
            <p:ph sz="quarter" idx="17"/>
          </p:nvPr>
        </p:nvSpPr>
        <p:spPr>
          <a:xfrm>
            <a:off x="766763" y="1557338"/>
            <a:ext cx="10658475" cy="4535487"/>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6E89F11F-EB91-974A-B104-3B694D3EABA2}"/>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3326003772"/>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atre colonnes">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3" y="1569832"/>
            <a:ext cx="2305050" cy="828811"/>
          </a:xfrm>
          <a:prstGeom prst="rect">
            <a:avLst/>
          </a:prstGeom>
        </p:spPr>
        <p:txBody>
          <a:bodyPr lIns="0" tIns="0" rIns="0" bIns="0">
            <a:noAutofit/>
          </a:bodyPr>
          <a:lstStyle>
            <a:lvl1pPr marL="0" indent="0">
              <a:buNone/>
              <a:defRPr sz="2400"/>
            </a:lvl1pPr>
          </a:lstStyle>
          <a:p>
            <a:pPr lvl="0"/>
            <a:r>
              <a:rPr lang="en-CA"/>
              <a:t>Titre</a:t>
            </a:r>
          </a:p>
        </p:txBody>
      </p:sp>
      <p:sp>
        <p:nvSpPr>
          <p:cNvPr id="25" name="Espace réservé du texte 4">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3569597" y="1569832"/>
            <a:ext cx="2305050" cy="828811"/>
          </a:xfrm>
          <a:prstGeom prst="rect">
            <a:avLst/>
          </a:prstGeom>
        </p:spPr>
        <p:txBody>
          <a:bodyPr lIns="0" tIns="0" rIns="0" bIns="0">
            <a:noAutofit/>
          </a:bodyPr>
          <a:lstStyle>
            <a:lvl1pPr marL="0" indent="0">
              <a:buNone/>
              <a:defRPr sz="2400"/>
            </a:lvl1pPr>
          </a:lstStyle>
          <a:p>
            <a:pPr lvl="0"/>
            <a:r>
              <a:rPr lang="en-CA"/>
              <a:t>Titre</a:t>
            </a:r>
          </a:p>
        </p:txBody>
      </p:sp>
      <p:sp>
        <p:nvSpPr>
          <p:cNvPr id="26" name="Espace réservé du texte 4">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6544296" y="1569832"/>
            <a:ext cx="2305050" cy="828811"/>
          </a:xfrm>
          <a:prstGeom prst="rect">
            <a:avLst/>
          </a:prstGeom>
        </p:spPr>
        <p:txBody>
          <a:bodyPr lIns="0" tIns="0" rIns="0" bIns="0">
            <a:noAutofit/>
          </a:bodyPr>
          <a:lstStyle>
            <a:lvl1pPr marL="0" indent="0">
              <a:buNone/>
              <a:defRPr sz="2400"/>
            </a:lvl1pPr>
          </a:lstStyle>
          <a:p>
            <a:pPr lvl="0"/>
            <a:r>
              <a:rPr lang="en-CA"/>
              <a:t>Titre</a:t>
            </a:r>
          </a:p>
        </p:txBody>
      </p:sp>
      <p:sp>
        <p:nvSpPr>
          <p:cNvPr id="27" name="Espace réservé du texte 4">
            <a:extLst>
              <a:ext uri="{FF2B5EF4-FFF2-40B4-BE49-F238E27FC236}">
                <a16:creationId xmlns:a16="http://schemas.microsoft.com/office/drawing/2014/main" id="{2E44F90D-4F8F-6A4F-96CB-3485E90F31A2}"/>
              </a:ext>
            </a:extLst>
          </p:cNvPr>
          <p:cNvSpPr>
            <a:spLocks noGrp="1"/>
          </p:cNvSpPr>
          <p:nvPr>
            <p:ph type="body" sz="quarter" idx="13" hasCustomPrompt="1"/>
          </p:nvPr>
        </p:nvSpPr>
        <p:spPr>
          <a:xfrm>
            <a:off x="9347546" y="1569832"/>
            <a:ext cx="2077692" cy="828811"/>
          </a:xfrm>
          <a:prstGeom prst="rect">
            <a:avLst/>
          </a:prstGeom>
        </p:spPr>
        <p:txBody>
          <a:bodyPr lIns="0" tIns="0" rIns="0" bIns="0">
            <a:noAutofit/>
          </a:bodyPr>
          <a:lstStyle>
            <a:lvl1pPr marL="0" indent="0">
              <a:buNone/>
              <a:defRPr sz="2400"/>
            </a:lvl1pPr>
          </a:lstStyle>
          <a:p>
            <a:pPr lvl="0"/>
            <a:r>
              <a:rPr lang="en-CA"/>
              <a:t>Titre</a:t>
            </a:r>
          </a:p>
        </p:txBody>
      </p:sp>
      <p:sp>
        <p:nvSpPr>
          <p:cNvPr id="3" name="Espace réservé du texte 2">
            <a:extLst>
              <a:ext uri="{FF2B5EF4-FFF2-40B4-BE49-F238E27FC236}">
                <a16:creationId xmlns:a16="http://schemas.microsoft.com/office/drawing/2014/main" id="{A0CCD124-1965-4543-8B41-42A23BF10BF9}"/>
              </a:ext>
            </a:extLst>
          </p:cNvPr>
          <p:cNvSpPr>
            <a:spLocks noGrp="1"/>
          </p:cNvSpPr>
          <p:nvPr>
            <p:ph type="body" sz="quarter" idx="14" hasCustomPrompt="1"/>
          </p:nvPr>
        </p:nvSpPr>
        <p:spPr>
          <a:xfrm>
            <a:off x="766763" y="2597426"/>
            <a:ext cx="2305050" cy="3495399"/>
          </a:xfrm>
          <a:prstGeom prst="rect">
            <a:avLst/>
          </a:prstGeom>
        </p:spPr>
        <p:txBody>
          <a:bodyPr lIns="0" tIns="0" rIns="0" bIns="0">
            <a:noAutofit/>
          </a:bodyPr>
          <a:lstStyle>
            <a:lvl1pPr marL="285750" marR="0" indent="-285750" algn="l" defTabSz="914400" rtl="0" eaLnBrk="1" fontAlgn="auto" latinLnBrk="0" hangingPunct="1">
              <a:lnSpc>
                <a:spcPct val="150000"/>
              </a:lnSpc>
              <a:spcBef>
                <a:spcPct val="20000"/>
              </a:spcBef>
              <a:spcAft>
                <a:spcPct val="0"/>
              </a:spcAft>
              <a:buClrTx/>
              <a:buSzTx/>
              <a:buFont typeface="Arial" pitchFamily="34" charset="0"/>
              <a:buChar char="•"/>
              <a:defRPr sz="1600"/>
            </a:lvl1pPr>
          </a:lstStyle>
          <a:p>
            <a:pPr lvl="0"/>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lvl="0"/>
            <a:endParaRPr lang="en-CA"/>
          </a:p>
        </p:txBody>
      </p:sp>
      <p:sp>
        <p:nvSpPr>
          <p:cNvPr id="11" name="Espace réservé du texte 2">
            <a:extLst>
              <a:ext uri="{FF2B5EF4-FFF2-40B4-BE49-F238E27FC236}">
                <a16:creationId xmlns:a16="http://schemas.microsoft.com/office/drawing/2014/main" id="{9BCD5E3F-8CA5-684B-B78F-B74898839C64}"/>
              </a:ext>
            </a:extLst>
          </p:cNvPr>
          <p:cNvSpPr>
            <a:spLocks noGrp="1"/>
          </p:cNvSpPr>
          <p:nvPr>
            <p:ph type="body" sz="quarter" idx="15" hasCustomPrompt="1"/>
          </p:nvPr>
        </p:nvSpPr>
        <p:spPr>
          <a:xfrm>
            <a:off x="3569999" y="2597426"/>
            <a:ext cx="2305050" cy="3495399"/>
          </a:xfrm>
          <a:prstGeom prst="rect">
            <a:avLst/>
          </a:prstGeom>
        </p:spPr>
        <p:txBody>
          <a:bodyPr lIns="0" tIns="0" rIns="0" bIns="0">
            <a:noAutofit/>
          </a:bodyPr>
          <a:lstStyle>
            <a:lvl1pPr marL="285750" marR="0" indent="-285750" algn="l" defTabSz="914400" rtl="0" eaLnBrk="1" fontAlgn="auto" latinLnBrk="0" hangingPunct="1">
              <a:lnSpc>
                <a:spcPct val="150000"/>
              </a:lnSpc>
              <a:spcBef>
                <a:spcPct val="20000"/>
              </a:spcBef>
              <a:spcAft>
                <a:spcPct val="0"/>
              </a:spcAft>
              <a:buClrTx/>
              <a:buSzTx/>
              <a:buFont typeface="Arial" pitchFamily="34" charset="0"/>
              <a:buChar char="•"/>
              <a:defRPr sz="1600"/>
            </a:lvl1pPr>
          </a:lstStyle>
          <a:p>
            <a:pPr lvl="0"/>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lvl="0"/>
            <a:endParaRPr lang="en-CA"/>
          </a:p>
        </p:txBody>
      </p:sp>
      <p:sp>
        <p:nvSpPr>
          <p:cNvPr id="12" name="Espace réservé du texte 2">
            <a:extLst>
              <a:ext uri="{FF2B5EF4-FFF2-40B4-BE49-F238E27FC236}">
                <a16:creationId xmlns:a16="http://schemas.microsoft.com/office/drawing/2014/main" id="{009B656D-E506-E94F-ADB1-62D30E9CBF0C}"/>
              </a:ext>
            </a:extLst>
          </p:cNvPr>
          <p:cNvSpPr>
            <a:spLocks noGrp="1"/>
          </p:cNvSpPr>
          <p:nvPr>
            <p:ph type="body" sz="quarter" idx="16" hasCustomPrompt="1"/>
          </p:nvPr>
        </p:nvSpPr>
        <p:spPr>
          <a:xfrm>
            <a:off x="6537468" y="2597426"/>
            <a:ext cx="2305050" cy="3495399"/>
          </a:xfrm>
          <a:prstGeom prst="rect">
            <a:avLst/>
          </a:prstGeom>
        </p:spPr>
        <p:txBody>
          <a:bodyPr lIns="0" tIns="0" rIns="0" bIns="0">
            <a:noAutofit/>
          </a:bodyPr>
          <a:lstStyle>
            <a:lvl1pPr marL="285750" marR="0" indent="-285750" algn="l" defTabSz="914400" rtl="0" eaLnBrk="1" fontAlgn="auto" latinLnBrk="0" hangingPunct="1">
              <a:lnSpc>
                <a:spcPct val="150000"/>
              </a:lnSpc>
              <a:spcBef>
                <a:spcPct val="20000"/>
              </a:spcBef>
              <a:spcAft>
                <a:spcPct val="0"/>
              </a:spcAft>
              <a:buClrTx/>
              <a:buSzTx/>
              <a:buFont typeface="Arial" pitchFamily="34" charset="0"/>
              <a:buChar char="•"/>
              <a:defRPr sz="1600"/>
            </a:lvl1pPr>
          </a:lstStyle>
          <a:p>
            <a:pPr lvl="0"/>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lvl="0"/>
            <a:endParaRPr lang="en-CA"/>
          </a:p>
        </p:txBody>
      </p:sp>
      <p:sp>
        <p:nvSpPr>
          <p:cNvPr id="13" name="Espace réservé du texte 2">
            <a:extLst>
              <a:ext uri="{FF2B5EF4-FFF2-40B4-BE49-F238E27FC236}">
                <a16:creationId xmlns:a16="http://schemas.microsoft.com/office/drawing/2014/main" id="{218B53AF-E978-6444-B00D-EA1BCE273AE0}"/>
              </a:ext>
            </a:extLst>
          </p:cNvPr>
          <p:cNvSpPr>
            <a:spLocks noGrp="1"/>
          </p:cNvSpPr>
          <p:nvPr>
            <p:ph type="body" sz="quarter" idx="17" hasCustomPrompt="1"/>
          </p:nvPr>
        </p:nvSpPr>
        <p:spPr>
          <a:xfrm>
            <a:off x="9342727" y="2597426"/>
            <a:ext cx="2082511" cy="3495399"/>
          </a:xfrm>
          <a:prstGeom prst="rect">
            <a:avLst/>
          </a:prstGeom>
        </p:spPr>
        <p:txBody>
          <a:bodyPr lIns="0" tIns="0" rIns="0" bIns="0">
            <a:noAutofit/>
          </a:bodyPr>
          <a:lstStyle>
            <a:lvl1pPr marL="285750" marR="0" indent="-285750" algn="l" defTabSz="914400" rtl="0" eaLnBrk="1" fontAlgn="auto" latinLnBrk="0" hangingPunct="1">
              <a:lnSpc>
                <a:spcPct val="150000"/>
              </a:lnSpc>
              <a:spcBef>
                <a:spcPct val="20000"/>
              </a:spcBef>
              <a:spcAft>
                <a:spcPct val="0"/>
              </a:spcAft>
              <a:buClrTx/>
              <a:buSzTx/>
              <a:buFont typeface="Arial" pitchFamily="34" charset="0"/>
              <a:buChar char="•"/>
              <a:defRPr sz="1600"/>
            </a:lvl1pPr>
          </a:lstStyle>
          <a:p>
            <a:pPr lvl="0"/>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lvl="0"/>
            <a:endParaRPr lang="en-CA"/>
          </a:p>
        </p:txBody>
      </p:sp>
      <p:sp>
        <p:nvSpPr>
          <p:cNvPr id="15" name="Titre 1">
            <a:extLst>
              <a:ext uri="{FF2B5EF4-FFF2-40B4-BE49-F238E27FC236}">
                <a16:creationId xmlns:a16="http://schemas.microsoft.com/office/drawing/2014/main" id="{423D2075-57BE-0849-A5A7-B72DC6693C16}"/>
              </a:ext>
            </a:extLst>
          </p:cNvPr>
          <p:cNvSpPr>
            <a:spLocks noGrp="1"/>
          </p:cNvSpPr>
          <p:nvPr>
            <p:ph type="title" hasCustomPrompt="1"/>
          </p:nvPr>
        </p:nvSpPr>
        <p:spPr>
          <a:xfrm>
            <a:off x="765737" y="684000"/>
            <a:ext cx="10676438" cy="531097"/>
          </a:xfrm>
        </p:spPr>
        <p:txBody>
          <a:bodyPr>
            <a:noAutofit/>
          </a:bodyPr>
          <a:lstStyle>
            <a:lvl1pPr>
              <a:defRPr sz="2800" baseline="0">
                <a:solidFill>
                  <a:schemeClr val="tx1"/>
                </a:solidFill>
              </a:defRPr>
            </a:lvl1pPr>
          </a:lstStyle>
          <a:p>
            <a:r>
              <a:rPr lang="en-CA" err="1"/>
              <a:t>Quatre colonnes</a:t>
            </a:r>
            <a:endParaRPr lang="en-CA"/>
          </a:p>
        </p:txBody>
      </p:sp>
      <p:sp>
        <p:nvSpPr>
          <p:cNvPr id="16" name="Slide Number Placeholder 5">
            <a:extLst>
              <a:ext uri="{FF2B5EF4-FFF2-40B4-BE49-F238E27FC236}">
                <a16:creationId xmlns:a16="http://schemas.microsoft.com/office/drawing/2014/main" id="{40F3EE84-E142-6541-8D93-B9456A6B3340}"/>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21435842"/>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re et contenu – diapo avec contenu de premier niveau">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2D2EE9D2-4EE1-E84A-8F59-9549A5FAD563}"/>
              </a:ext>
            </a:extLst>
          </p:cNvPr>
          <p:cNvSpPr>
            <a:spLocks noGrp="1"/>
          </p:cNvSpPr>
          <p:nvPr>
            <p:ph type="title" hasCustomPrompt="1"/>
          </p:nvPr>
        </p:nvSpPr>
        <p:spPr>
          <a:xfrm>
            <a:off x="766800" y="684000"/>
            <a:ext cx="10647638" cy="560042"/>
          </a:xfrm>
          <a:prstGeom prst="rect">
            <a:avLst/>
          </a:prstGeom>
        </p:spPr>
        <p:txBody>
          <a:bodyPr vert="horz" lIns="0" tIns="0" rIns="0" bIns="0" rtlCol="0" anchor="t" anchorCtr="0">
            <a:noAutofit/>
          </a:bodyPr>
          <a:lstStyle>
            <a:lvl1pPr>
              <a:defRPr baseline="0"/>
            </a:lvl1pPr>
          </a:lstStyle>
          <a:p>
            <a:r>
              <a:rPr lang="en-US" noProof="0" err="1"/>
              <a:t>Titre et contenu – Diapositive à contenu général</a:t>
            </a:r>
            <a:endParaRPr lang="en-US" noProof="0"/>
          </a:p>
        </p:txBody>
      </p:sp>
      <p:sp>
        <p:nvSpPr>
          <p:cNvPr id="5" name="Content Placeholder 20">
            <a:extLst>
              <a:ext uri="{FF2B5EF4-FFF2-40B4-BE49-F238E27FC236}">
                <a16:creationId xmlns:a16="http://schemas.microsoft.com/office/drawing/2014/main" id="{5F3BF5DA-644D-6C41-A47D-B83355A9712E}"/>
              </a:ext>
            </a:extLst>
          </p:cNvPr>
          <p:cNvSpPr>
            <a:spLocks noGrp="1"/>
          </p:cNvSpPr>
          <p:nvPr>
            <p:ph sz="quarter" idx="17"/>
          </p:nvPr>
        </p:nvSpPr>
        <p:spPr>
          <a:xfrm>
            <a:off x="766763" y="1557338"/>
            <a:ext cx="10658475" cy="4535487"/>
          </a:xfrm>
          <a:prstGeom prst="rect">
            <a:avLst/>
          </a:prstGeom>
        </p:spPr>
        <p:txBody>
          <a:bodyPr lIns="0" tIns="0" rIns="0" bIns="0">
            <a:noAutofit/>
          </a:bodyPr>
          <a:lstStyle>
            <a:lvl1pPr marL="0" indent="0">
              <a:spcBef>
                <a:spcPts val="600"/>
              </a:spcBef>
              <a:buClr>
                <a:schemeClr val="tx1"/>
              </a:buClr>
              <a:buSzPct val="110000"/>
              <a:buFont typeface="Arial" pitchFamily="34" charset="0"/>
              <a:buNone/>
              <a:defRPr sz="2000">
                <a:solidFill>
                  <a:schemeClr val="tx1"/>
                </a:solidFill>
                <a:latin typeface="Arial" pitchFamily="34" charset="0"/>
              </a:defRPr>
            </a:lvl1pPr>
            <a:lvl2pPr marL="179388" indent="-179388">
              <a:spcBef>
                <a:spcPts val="600"/>
              </a:spcBef>
              <a:buClr>
                <a:schemeClr val="tx1"/>
              </a:buClr>
              <a:buSzPct val="110000"/>
              <a:buFont typeface="Arial" pitchFamily="34" charset="0"/>
              <a:buChar char="•"/>
              <a:defRPr sz="2000" baseline="0">
                <a:solidFill>
                  <a:schemeClr val="tx1"/>
                </a:solidFill>
                <a:latin typeface="Arial" pitchFamily="34" charset="0"/>
              </a:defRPr>
            </a:lvl2pPr>
            <a:lvl3pPr marL="360363" indent="-180975">
              <a:spcBef>
                <a:spcPts val="600"/>
              </a:spcBef>
              <a:buClr>
                <a:schemeClr val="tx1"/>
              </a:buClr>
              <a:buSzTx/>
              <a:buFont typeface="Calibri" panose="020F0502020204030204" pitchFamily="34" charset="0"/>
              <a:buChar char="–"/>
              <a:defRPr sz="1800">
                <a:solidFill>
                  <a:schemeClr val="tx1"/>
                </a:solidFill>
                <a:latin typeface="Arial" pitchFamily="34" charset="0"/>
              </a:defRPr>
            </a:lvl3pPr>
            <a:lvl4pPr marL="539750" indent="-179388">
              <a:spcBef>
                <a:spcPts val="600"/>
              </a:spcBef>
              <a:buClr>
                <a:schemeClr val="tx1"/>
              </a:buClr>
              <a:buSzPct val="110000"/>
              <a:buFont typeface="Wingdings" pitchFamily="2" charset="2"/>
              <a:buChar char="§"/>
              <a:defRPr sz="1600">
                <a:solidFill>
                  <a:schemeClr val="tx1"/>
                </a:solidFill>
                <a:latin typeface="Arial" pitchFamily="34" charset="0"/>
              </a:defRPr>
            </a:lvl4pPr>
            <a:lvl5pPr marL="719138" indent="-179388">
              <a:spcBef>
                <a:spcPts val="6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SzTx/>
              <a:buFont typeface="Verdana" pitchFamily="34" charset="0"/>
              <a:buChar char="•"/>
              <a:defRPr sz="105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ECAC11E-D167-EE4C-BF01-0C0C599D9F15}"/>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480771182"/>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re seulem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3D2D8AF-452C-D94D-A560-DAD6A962E173}"/>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8" name="Titre 1">
            <a:extLst>
              <a:ext uri="{FF2B5EF4-FFF2-40B4-BE49-F238E27FC236}">
                <a16:creationId xmlns:a16="http://schemas.microsoft.com/office/drawing/2014/main" id="{561C906F-FE73-EC4B-9D46-7CD1B4F04428}"/>
              </a:ext>
            </a:extLst>
          </p:cNvPr>
          <p:cNvSpPr>
            <a:spLocks noGrp="1"/>
          </p:cNvSpPr>
          <p:nvPr>
            <p:ph type="title" hasCustomPrompt="1"/>
          </p:nvPr>
        </p:nvSpPr>
        <p:spPr>
          <a:xfrm>
            <a:off x="765737" y="684000"/>
            <a:ext cx="10676438" cy="531097"/>
          </a:xfrm>
        </p:spPr>
        <p:txBody>
          <a:bodyPr>
            <a:noAutofit/>
          </a:bodyPr>
          <a:lstStyle>
            <a:lvl1pPr>
              <a:defRPr sz="2800" baseline="0">
                <a:solidFill>
                  <a:schemeClr val="tx1"/>
                </a:solidFill>
              </a:defRPr>
            </a:lvl1pPr>
          </a:lstStyle>
          <a:p>
            <a:r>
              <a:rPr lang="en-US" noProof="0" err="1"/>
              <a:t>Diapositive avec titre seulement</a:t>
            </a:r>
            <a:endParaRPr lang="en-CA"/>
          </a:p>
        </p:txBody>
      </p:sp>
    </p:spTree>
    <p:extLst>
      <p:ext uri="{BB962C8B-B14F-4D97-AF65-F5344CB8AC3E}">
        <p14:creationId xmlns:p14="http://schemas.microsoft.com/office/powerpoint/2010/main" val="4104879577"/>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apositive vier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8CA829B-6B64-D945-9770-95A7A7747473}"/>
              </a:ext>
            </a:extLst>
          </p:cNvPr>
          <p:cNvSpPr>
            <a:spLocks noGrp="1"/>
          </p:cNvSpPr>
          <p:nvPr>
            <p:ph type="sldNum" sz="quarter" idx="10"/>
          </p:nvPr>
        </p:nvSpPr>
        <p:spPr/>
        <p:txBody>
          <a:bodyPr/>
          <a:lstStyle/>
          <a:p>
            <a:fld id="{525A3C56-E491-49B2-93F3-63532DF516BC}" type="slidenum">
              <a:rPr lang="en-CA" smtClean="0"/>
              <a:t>‹N°›</a:t>
            </a:fld>
            <a:endParaRPr lang="en-CA"/>
          </a:p>
        </p:txBody>
      </p:sp>
    </p:spTree>
    <p:extLst>
      <p:ext uri="{BB962C8B-B14F-4D97-AF65-F5344CB8AC3E}">
        <p14:creationId xmlns:p14="http://schemas.microsoft.com/office/powerpoint/2010/main" val="456513154"/>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re et contenu 2">
    <p:spTree>
      <p:nvGrpSpPr>
        <p:cNvPr id="1" name=""/>
        <p:cNvGrpSpPr/>
        <p:nvPr/>
      </p:nvGrpSpPr>
      <p:grpSpPr>
        <a:xfrm>
          <a:off x="0" y="0"/>
          <a:ext cx="0" cy="0"/>
          <a:chOff x="0" y="0"/>
          <a:chExt cx="0" cy="0"/>
        </a:xfrm>
      </p:grpSpPr>
      <p:sp>
        <p:nvSpPr>
          <p:cNvPr id="4" name="Content Placeholder 20">
            <a:extLst>
              <a:ext uri="{FF2B5EF4-FFF2-40B4-BE49-F238E27FC236}">
                <a16:creationId xmlns:a16="http://schemas.microsoft.com/office/drawing/2014/main" id="{1098010A-37B8-1543-B650-F410D9020BD1}"/>
              </a:ext>
            </a:extLst>
          </p:cNvPr>
          <p:cNvSpPr>
            <a:spLocks noGrp="1"/>
          </p:cNvSpPr>
          <p:nvPr>
            <p:ph sz="quarter" idx="17"/>
          </p:nvPr>
        </p:nvSpPr>
        <p:spPr>
          <a:xfrm>
            <a:off x="766764" y="1557339"/>
            <a:ext cx="4915580" cy="4535486"/>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Tx/>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SzTx/>
              <a:buFont typeface="Verdana" pitchFamily="34" charset="0"/>
              <a:buChar char="•"/>
              <a:defRPr sz="1050" baseline="0">
                <a:solidFill>
                  <a:schemeClr val="tx1"/>
                </a:solidFill>
                <a:latin typeface="Arial" pitchFamily="34" charset="0"/>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Content Placeholder 20">
            <a:extLst>
              <a:ext uri="{FF2B5EF4-FFF2-40B4-BE49-F238E27FC236}">
                <a16:creationId xmlns:a16="http://schemas.microsoft.com/office/drawing/2014/main" id="{3D191AF6-4147-D342-8647-88C4F48C1A6B}"/>
              </a:ext>
            </a:extLst>
          </p:cNvPr>
          <p:cNvSpPr>
            <a:spLocks noGrp="1"/>
          </p:cNvSpPr>
          <p:nvPr>
            <p:ph sz="quarter" idx="23"/>
          </p:nvPr>
        </p:nvSpPr>
        <p:spPr>
          <a:xfrm>
            <a:off x="6596743" y="1557339"/>
            <a:ext cx="4828496" cy="4535486"/>
          </a:xfrm>
          <a:prstGeom prst="rect">
            <a:avLst/>
          </a:prstGeom>
          <a:ln>
            <a:noFill/>
          </a:ln>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latin typeface="Arial" pitchFamily="34" charset="0"/>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Titre 1">
            <a:extLst>
              <a:ext uri="{FF2B5EF4-FFF2-40B4-BE49-F238E27FC236}">
                <a16:creationId xmlns:a16="http://schemas.microsoft.com/office/drawing/2014/main" id="{DDFA4433-FCCE-E346-8C9A-CC579FE5377F}"/>
              </a:ext>
            </a:extLst>
          </p:cNvPr>
          <p:cNvSpPr>
            <a:spLocks noGrp="1"/>
          </p:cNvSpPr>
          <p:nvPr>
            <p:ph type="title" hasCustomPrompt="1"/>
          </p:nvPr>
        </p:nvSpPr>
        <p:spPr>
          <a:xfrm>
            <a:off x="765737" y="684000"/>
            <a:ext cx="10676438" cy="531097"/>
          </a:xfrm>
        </p:spPr>
        <p:txBody>
          <a:bodyPr>
            <a:noAutofit/>
          </a:bodyPr>
          <a:lstStyle>
            <a:lvl1pPr>
              <a:defRPr sz="2800">
                <a:solidFill>
                  <a:schemeClr val="tx1"/>
                </a:solidFill>
              </a:defRPr>
            </a:lvl1pPr>
          </a:lstStyle>
          <a:p>
            <a:r>
              <a:rPr lang="en-CA" err="1"/>
              <a:t>Deux colonnes</a:t>
            </a:r>
            <a:endParaRPr lang="en-CA"/>
          </a:p>
        </p:txBody>
      </p:sp>
      <p:sp>
        <p:nvSpPr>
          <p:cNvPr id="7" name="Slide Number Placeholder 5">
            <a:extLst>
              <a:ext uri="{FF2B5EF4-FFF2-40B4-BE49-F238E27FC236}">
                <a16:creationId xmlns:a16="http://schemas.microsoft.com/office/drawing/2014/main" id="{E3FC057D-4B39-F949-92A2-1856EB58EF3E}"/>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3572778762"/>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re et contenu 2 – diapo avec contenu de premier niveau">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3D429A8B-5F07-CA4F-B342-C88D6C5DB7B1}"/>
              </a:ext>
            </a:extLst>
          </p:cNvPr>
          <p:cNvSpPr>
            <a:spLocks noGrp="1"/>
          </p:cNvSpPr>
          <p:nvPr>
            <p:ph type="title" hasCustomPrompt="1"/>
          </p:nvPr>
        </p:nvSpPr>
        <p:spPr>
          <a:xfrm>
            <a:off x="766763" y="684000"/>
            <a:ext cx="10658475" cy="576262"/>
          </a:xfrm>
          <a:prstGeom prst="rect">
            <a:avLst/>
          </a:prstGeom>
        </p:spPr>
        <p:txBody>
          <a:bodyPr vert="horz" lIns="0" tIns="0" rIns="0" bIns="0" rtlCol="0" anchor="t" anchorCtr="0">
            <a:noAutofit/>
          </a:bodyPr>
          <a:lstStyle>
            <a:lvl1pPr>
              <a:defRPr/>
            </a:lvl1pPr>
          </a:lstStyle>
          <a:p>
            <a:r>
              <a:rPr lang="en-US" noProof="0" err="1"/>
              <a:t>Titre et deux contenus – Diapositive à contenu général</a:t>
            </a:r>
            <a:endParaRPr lang="en-US" noProof="0"/>
          </a:p>
        </p:txBody>
      </p:sp>
      <p:sp>
        <p:nvSpPr>
          <p:cNvPr id="5" name="Content Placeholder 20">
            <a:extLst>
              <a:ext uri="{FF2B5EF4-FFF2-40B4-BE49-F238E27FC236}">
                <a16:creationId xmlns:a16="http://schemas.microsoft.com/office/drawing/2014/main" id="{D7CEF6C1-9232-3C4B-9EB8-7F0577D6114F}"/>
              </a:ext>
            </a:extLst>
          </p:cNvPr>
          <p:cNvSpPr>
            <a:spLocks noGrp="1"/>
          </p:cNvSpPr>
          <p:nvPr>
            <p:ph sz="quarter" idx="17"/>
          </p:nvPr>
        </p:nvSpPr>
        <p:spPr>
          <a:xfrm>
            <a:off x="766763" y="1570591"/>
            <a:ext cx="4918419" cy="4522234"/>
          </a:xfrm>
          <a:prstGeom prst="rect">
            <a:avLst/>
          </a:prstGeom>
        </p:spPr>
        <p:txBody>
          <a:bodyPr lIns="0" tIns="0" rIns="0" bIns="0">
            <a:noAutofit/>
          </a:bodyPr>
          <a:lstStyle>
            <a:lvl1pPr marL="0" indent="0">
              <a:spcBef>
                <a:spcPts val="600"/>
              </a:spcBef>
              <a:buClr>
                <a:schemeClr val="tx1"/>
              </a:buClr>
              <a:buSzPct val="110000"/>
              <a:buFont typeface="Arial" pitchFamily="34" charset="0"/>
              <a:buNone/>
              <a:defRPr sz="2000">
                <a:solidFill>
                  <a:schemeClr val="tx1"/>
                </a:solidFill>
                <a:latin typeface="Arial" pitchFamily="34" charset="0"/>
              </a:defRPr>
            </a:lvl1pPr>
            <a:lvl2pPr marL="268288" indent="-268288">
              <a:spcBef>
                <a:spcPts val="600"/>
              </a:spcBef>
              <a:buClr>
                <a:schemeClr val="tx1"/>
              </a:buClr>
              <a:buSzPct val="110000"/>
              <a:buFont typeface="Arial" pitchFamily="34" charset="0"/>
              <a:buChar char="•"/>
              <a:defRPr sz="2000" baseline="0">
                <a:solidFill>
                  <a:schemeClr val="tx1"/>
                </a:solidFill>
                <a:latin typeface="Arial" pitchFamily="34" charset="0"/>
              </a:defRPr>
            </a:lvl2pPr>
            <a:lvl3pPr marL="538163" indent="-358775">
              <a:spcBef>
                <a:spcPts val="600"/>
              </a:spcBef>
              <a:buClr>
                <a:schemeClr val="tx1"/>
              </a:buClr>
              <a:buSzTx/>
              <a:buFont typeface="Calibri" panose="020F0502020204030204" pitchFamily="34" charset="0"/>
              <a:buChar char="–"/>
              <a:defRPr sz="1800">
                <a:solidFill>
                  <a:schemeClr val="tx1"/>
                </a:solidFill>
                <a:latin typeface="Arial" pitchFamily="34" charset="0"/>
              </a:defRPr>
            </a:lvl3pPr>
            <a:lvl4pPr marL="717550" indent="-357188">
              <a:spcBef>
                <a:spcPts val="600"/>
              </a:spcBef>
              <a:buClr>
                <a:schemeClr val="tx1"/>
              </a:buClr>
              <a:buSzPct val="110000"/>
              <a:buFont typeface="Wingdings" pitchFamily="2" charset="2"/>
              <a:buChar char="§"/>
              <a:defRPr sz="1600">
                <a:solidFill>
                  <a:schemeClr val="tx1"/>
                </a:solidFill>
                <a:latin typeface="Arial" pitchFamily="34" charset="0"/>
              </a:defRPr>
            </a:lvl4pPr>
            <a:lvl5pPr marL="896938" indent="-357188">
              <a:spcBef>
                <a:spcPts val="6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0">
            <a:extLst>
              <a:ext uri="{FF2B5EF4-FFF2-40B4-BE49-F238E27FC236}">
                <a16:creationId xmlns:a16="http://schemas.microsoft.com/office/drawing/2014/main" id="{D064A7A9-8523-0241-9AE4-6A60DEB4D4D1}"/>
              </a:ext>
            </a:extLst>
          </p:cNvPr>
          <p:cNvSpPr>
            <a:spLocks noGrp="1"/>
          </p:cNvSpPr>
          <p:nvPr>
            <p:ph sz="quarter" idx="18"/>
          </p:nvPr>
        </p:nvSpPr>
        <p:spPr>
          <a:xfrm>
            <a:off x="6586329" y="1557338"/>
            <a:ext cx="4838909" cy="4535487"/>
          </a:xfrm>
          <a:prstGeom prst="rect">
            <a:avLst/>
          </a:prstGeom>
        </p:spPr>
        <p:txBody>
          <a:bodyPr lIns="0" tIns="0" rIns="0" bIns="0">
            <a:noAutofit/>
          </a:bodyPr>
          <a:lstStyle>
            <a:lvl1pPr marL="0" indent="0">
              <a:spcBef>
                <a:spcPts val="600"/>
              </a:spcBef>
              <a:buClr>
                <a:srgbClr val="000000"/>
              </a:buClr>
              <a:buSzPct val="110000"/>
              <a:buFont typeface="Arial" pitchFamily="34" charset="0"/>
              <a:buNone/>
              <a:defRPr sz="2000">
                <a:solidFill>
                  <a:schemeClr val="tx1"/>
                </a:solidFill>
                <a:latin typeface="Arial" pitchFamily="34" charset="0"/>
              </a:defRPr>
            </a:lvl1pPr>
            <a:lvl2pPr marL="179388" indent="-179388">
              <a:spcBef>
                <a:spcPts val="600"/>
              </a:spcBef>
              <a:buClr>
                <a:srgbClr val="000000"/>
              </a:buClr>
              <a:buSzPct val="110000"/>
              <a:buFont typeface="Arial" pitchFamily="34" charset="0"/>
              <a:buChar char="•"/>
              <a:defRPr sz="2000" baseline="0">
                <a:solidFill>
                  <a:schemeClr val="tx1"/>
                </a:solidFill>
                <a:latin typeface="Arial" pitchFamily="34" charset="0"/>
              </a:defRPr>
            </a:lvl2pPr>
            <a:lvl3pPr marL="360363" indent="-180975">
              <a:spcBef>
                <a:spcPts val="600"/>
              </a:spcBef>
              <a:buClr>
                <a:srgbClr val="000000"/>
              </a:buClr>
              <a:buSzTx/>
              <a:buFont typeface="Calibri" panose="020F0502020204030204" pitchFamily="34" charset="0"/>
              <a:buChar char="–"/>
              <a:defRPr sz="1800">
                <a:solidFill>
                  <a:schemeClr val="tx1"/>
                </a:solidFill>
                <a:latin typeface="Arial" pitchFamily="34" charset="0"/>
              </a:defRPr>
            </a:lvl3pPr>
            <a:lvl4pPr marL="539750" indent="-179388">
              <a:spcBef>
                <a:spcPts val="600"/>
              </a:spcBef>
              <a:buClr>
                <a:srgbClr val="000000"/>
              </a:buClr>
              <a:buSzPct val="110000"/>
              <a:buFont typeface="Wingdings" pitchFamily="2" charset="2"/>
              <a:buChar char="§"/>
              <a:defRPr sz="1600">
                <a:solidFill>
                  <a:schemeClr val="tx1"/>
                </a:solidFill>
                <a:latin typeface="Arial" pitchFamily="34" charset="0"/>
              </a:defRPr>
            </a:lvl4pPr>
            <a:lvl5pPr marL="719138" indent="-179388">
              <a:spcBef>
                <a:spcPts val="6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D3F43615-B088-4842-8DD2-BA05F0EBEB54}"/>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425616902"/>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u avec petit graphique sur le côté">
    <p:spTree>
      <p:nvGrpSpPr>
        <p:cNvPr id="1" name=""/>
        <p:cNvGrpSpPr/>
        <p:nvPr/>
      </p:nvGrpSpPr>
      <p:grpSpPr>
        <a:xfrm>
          <a:off x="0" y="0"/>
          <a:ext cx="0" cy="0"/>
          <a:chOff x="0" y="0"/>
          <a:chExt cx="0" cy="0"/>
        </a:xfrm>
      </p:grpSpPr>
      <p:sp>
        <p:nvSpPr>
          <p:cNvPr id="4" name="Content Placeholder 20">
            <a:extLst>
              <a:ext uri="{FF2B5EF4-FFF2-40B4-BE49-F238E27FC236}">
                <a16:creationId xmlns:a16="http://schemas.microsoft.com/office/drawing/2014/main" id="{FC187CB4-59E4-E948-8C18-9F705140F8E7}"/>
              </a:ext>
            </a:extLst>
          </p:cNvPr>
          <p:cNvSpPr>
            <a:spLocks noGrp="1"/>
          </p:cNvSpPr>
          <p:nvPr>
            <p:ph sz="quarter" idx="17"/>
          </p:nvPr>
        </p:nvSpPr>
        <p:spPr>
          <a:xfrm>
            <a:off x="766763" y="1557338"/>
            <a:ext cx="7634287" cy="4535487"/>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itle Placeholder 1">
            <a:extLst>
              <a:ext uri="{FF2B5EF4-FFF2-40B4-BE49-F238E27FC236}">
                <a16:creationId xmlns:a16="http://schemas.microsoft.com/office/drawing/2014/main" id="{93E51C5F-F6C0-F042-8FC5-13245991AF32}"/>
              </a:ext>
            </a:extLst>
          </p:cNvPr>
          <p:cNvSpPr>
            <a:spLocks noGrp="1"/>
          </p:cNvSpPr>
          <p:nvPr>
            <p:ph type="title" hasCustomPrompt="1"/>
          </p:nvPr>
        </p:nvSpPr>
        <p:spPr>
          <a:xfrm>
            <a:off x="766763" y="685165"/>
            <a:ext cx="10658475" cy="576262"/>
          </a:xfrm>
          <a:prstGeom prst="rect">
            <a:avLst/>
          </a:prstGeom>
        </p:spPr>
        <p:txBody>
          <a:bodyPr vert="horz" lIns="0" tIns="0" rIns="0" bIns="0" rtlCol="0" anchor="t" anchorCtr="0">
            <a:noAutofit/>
          </a:bodyPr>
          <a:lstStyle>
            <a:lvl1pPr>
              <a:defRPr/>
            </a:lvl1pPr>
          </a:lstStyle>
          <a:p>
            <a:r>
              <a:rPr lang="en-US" noProof="0" err="1"/>
              <a:t>Contenu avec petit graphique sur le côté</a:t>
            </a:r>
            <a:endParaRPr lang="en-US" noProof="0"/>
          </a:p>
        </p:txBody>
      </p:sp>
      <p:sp>
        <p:nvSpPr>
          <p:cNvPr id="6" name="Picture Placeholder 11">
            <a:extLst>
              <a:ext uri="{FF2B5EF4-FFF2-40B4-BE49-F238E27FC236}">
                <a16:creationId xmlns:a16="http://schemas.microsoft.com/office/drawing/2014/main" id="{2D34D49C-F4FA-B74B-BB7F-2282D9134435}"/>
              </a:ext>
            </a:extLst>
          </p:cNvPr>
          <p:cNvSpPr>
            <a:spLocks noGrp="1"/>
          </p:cNvSpPr>
          <p:nvPr>
            <p:ph type="pic" sz="quarter" idx="23" hasCustomPrompt="1"/>
          </p:nvPr>
        </p:nvSpPr>
        <p:spPr>
          <a:xfrm>
            <a:off x="9156699" y="1557338"/>
            <a:ext cx="2268539" cy="4535487"/>
          </a:xfrm>
          <a:prstGeom prst="rect">
            <a:avLst/>
          </a:prstGeom>
        </p:spPr>
        <p:txBody>
          <a:bodyPr lIns="0" tIns="0" rIns="0" bIns="0">
            <a:noAutofit/>
          </a:bodyPr>
          <a:lstStyle>
            <a:lvl1pPr marL="179388" indent="-179388">
              <a:buFont typeface="Arial" pitchFamily="34" charset="0"/>
              <a:buNone/>
              <a:defRPr lang="en-AU" sz="1600" kern="1200" smtClean="0">
                <a:solidFill>
                  <a:schemeClr val="tx1"/>
                </a:solidFill>
                <a:latin typeface="Arial" pitchFamily="34" charset="0"/>
                <a:ea typeface="+mn-ea"/>
                <a:cs typeface="+mn-cs"/>
              </a:defRPr>
            </a:lvl1pPr>
          </a:lstStyle>
          <a:p>
            <a:r>
              <a:rPr lang="en-US"/>
              <a:t>Texte</a:t>
            </a:r>
          </a:p>
        </p:txBody>
      </p:sp>
      <p:sp>
        <p:nvSpPr>
          <p:cNvPr id="7" name="Slide Number Placeholder 5">
            <a:extLst>
              <a:ext uri="{FF2B5EF4-FFF2-40B4-BE49-F238E27FC236}">
                <a16:creationId xmlns:a16="http://schemas.microsoft.com/office/drawing/2014/main" id="{21F4CA38-72C4-D142-8247-6221593D83DF}"/>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8" name="TextBox 7">
            <a:extLst>
              <a:ext uri="{FF2B5EF4-FFF2-40B4-BE49-F238E27FC236}">
                <a16:creationId xmlns:a16="http://schemas.microsoft.com/office/drawing/2014/main" id="{B93110AC-EDD5-164D-9903-F88EACB2D912}"/>
              </a:ext>
            </a:extLst>
          </p:cNvPr>
          <p:cNvSpPr txBox="1"/>
          <p:nvPr userDrawn="1"/>
        </p:nvSpPr>
        <p:spPr>
          <a:xfrm flipH="1">
            <a:off x="2823210" y="845820"/>
            <a:ext cx="0" cy="0"/>
          </a:xfrm>
          <a:prstGeom prst="rect">
            <a:avLst/>
          </a:prstGeom>
        </p:spPr>
        <p:txBody>
          <a:bodyPr vert="horz" wrap="none" lIns="0" tIns="0" rIns="0" bIns="0" rtlCol="0" anchor="t" anchorCtr="0">
            <a:noAutofit/>
          </a:bodyPr>
          <a:lstStyle/>
          <a:p>
            <a:pPr algn="l"/>
            <a:endParaRPr lang="en-CA"/>
          </a:p>
        </p:txBody>
      </p:sp>
    </p:spTree>
    <p:extLst>
      <p:ext uri="{BB962C8B-B14F-4D97-AF65-F5344CB8AC3E}">
        <p14:creationId xmlns:p14="http://schemas.microsoft.com/office/powerpoint/2010/main" val="1569018991"/>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age de citati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B2D155C-3987-F847-9D0B-84468EFC74D8}"/>
              </a:ext>
            </a:extLst>
          </p:cNvPr>
          <p:cNvSpPr>
            <a:spLocks noGrp="1"/>
          </p:cNvSpPr>
          <p:nvPr>
            <p:ph type="ctrTitle" hasCustomPrompt="1"/>
          </p:nvPr>
        </p:nvSpPr>
        <p:spPr>
          <a:xfrm>
            <a:off x="766763" y="2984416"/>
            <a:ext cx="7326914" cy="1730375"/>
          </a:xfrm>
        </p:spPr>
        <p:txBody>
          <a:bodyPr wrap="square" lIns="0" tIns="0" rIns="0" bIns="0" anchor="t" anchorCtr="0">
            <a:noAutofit/>
          </a:bodyPr>
          <a:lstStyle>
            <a:lvl1pPr algn="l">
              <a:defRPr sz="3600" baseline="0">
                <a:solidFill>
                  <a:schemeClr val="tx1"/>
                </a:solidFill>
              </a:defRPr>
            </a:lvl1pPr>
          </a:lstStyle>
          <a:p>
            <a:r>
              <a:rPr lang="en-US" noProof="0"/>
              <a:t>Page – Citation</a:t>
            </a:r>
          </a:p>
        </p:txBody>
      </p:sp>
      <p:sp>
        <p:nvSpPr>
          <p:cNvPr id="5" name="Slide Number Placeholder 5">
            <a:extLst>
              <a:ext uri="{FF2B5EF4-FFF2-40B4-BE49-F238E27FC236}">
                <a16:creationId xmlns:a16="http://schemas.microsoft.com/office/drawing/2014/main" id="{4AB6354D-4439-8B45-B450-15EA71FAF8F3}"/>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509579540"/>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age de citation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AB704F1-9387-744F-A7AB-A0C557474C54}"/>
              </a:ext>
            </a:extLst>
          </p:cNvPr>
          <p:cNvSpPr/>
          <p:nvPr userDrawn="1"/>
        </p:nvSpPr>
        <p:spPr bwMode="gray">
          <a:xfrm>
            <a:off x="766763" y="1557338"/>
            <a:ext cx="10658476" cy="2317016"/>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11" name="Title Placeholder 1">
            <a:extLst>
              <a:ext uri="{FF2B5EF4-FFF2-40B4-BE49-F238E27FC236}">
                <a16:creationId xmlns:a16="http://schemas.microsoft.com/office/drawing/2014/main" id="{5F6F0F7F-AD94-8A45-9C63-550DEBA61840}"/>
              </a:ext>
            </a:extLst>
          </p:cNvPr>
          <p:cNvSpPr>
            <a:spLocks noGrp="1"/>
          </p:cNvSpPr>
          <p:nvPr>
            <p:ph type="title" hasCustomPrompt="1"/>
          </p:nvPr>
        </p:nvSpPr>
        <p:spPr>
          <a:xfrm>
            <a:off x="766800" y="684000"/>
            <a:ext cx="10664561" cy="673357"/>
          </a:xfrm>
          <a:prstGeom prst="rect">
            <a:avLst/>
          </a:prstGeom>
        </p:spPr>
        <p:txBody>
          <a:bodyPr vert="horz" lIns="0" tIns="0" rIns="0" bIns="0" rtlCol="0" anchor="t" anchorCtr="0">
            <a:noAutofit/>
          </a:bodyPr>
          <a:lstStyle>
            <a:lvl1pPr>
              <a:defRPr/>
            </a:lvl1pPr>
          </a:lstStyle>
          <a:p>
            <a:r>
              <a:rPr lang="en-US" noProof="0"/>
              <a:t>Page – Citation 2</a:t>
            </a:r>
          </a:p>
        </p:txBody>
      </p:sp>
      <p:sp>
        <p:nvSpPr>
          <p:cNvPr id="12" name="Content Placeholder 20">
            <a:extLst>
              <a:ext uri="{FF2B5EF4-FFF2-40B4-BE49-F238E27FC236}">
                <a16:creationId xmlns:a16="http://schemas.microsoft.com/office/drawing/2014/main" id="{3DC0A301-140F-B842-9A9E-9F3B20853141}"/>
              </a:ext>
            </a:extLst>
          </p:cNvPr>
          <p:cNvSpPr>
            <a:spLocks noGrp="1"/>
          </p:cNvSpPr>
          <p:nvPr>
            <p:ph sz="quarter" idx="17"/>
          </p:nvPr>
        </p:nvSpPr>
        <p:spPr bwMode="white">
          <a:xfrm>
            <a:off x="1558925" y="1924565"/>
            <a:ext cx="9109075" cy="1800000"/>
          </a:xfrm>
          <a:prstGeom prst="rect">
            <a:avLst/>
          </a:prstGeom>
        </p:spPr>
        <p:txBody>
          <a:bodyPr lIns="0" tIns="0" rIns="0" bIns="0">
            <a:noAutofit/>
          </a:bodyPr>
          <a:lstStyle>
            <a:lvl1pPr marL="0" indent="0">
              <a:spcBef>
                <a:spcPts val="500"/>
              </a:spcBef>
              <a:buClr>
                <a:schemeClr val="accent1"/>
              </a:buClr>
              <a:buSzPct val="110000"/>
              <a:buFont typeface="Arial" pitchFamily="34" charset="0"/>
              <a:buNone/>
              <a:defRPr sz="2000" b="1" i="1">
                <a:solidFill>
                  <a:schemeClr val="bg1"/>
                </a:solidFill>
                <a:latin typeface="Arial" pitchFamily="34" charset="0"/>
              </a:defRPr>
            </a:lvl1pPr>
            <a:lvl2pPr marL="0" indent="0">
              <a:spcBef>
                <a:spcPts val="500"/>
              </a:spcBef>
              <a:buClr>
                <a:schemeClr val="bg1"/>
              </a:buClr>
              <a:buSzPct val="110000"/>
              <a:buFont typeface="Arial" pitchFamily="34" charset="0"/>
              <a:buNone/>
              <a:defRPr sz="1800" baseline="0">
                <a:solidFill>
                  <a:schemeClr val="bg1"/>
                </a:solidFill>
                <a:latin typeface="Arial" pitchFamily="34" charset="0"/>
              </a:defRPr>
            </a:lvl2pPr>
            <a:lvl3pPr marL="274638" indent="-274638">
              <a:spcBef>
                <a:spcPts val="500"/>
              </a:spcBef>
              <a:buClr>
                <a:schemeClr val="bg1"/>
              </a:buClr>
              <a:buSzPct val="110000"/>
              <a:buFont typeface="Arial" pitchFamily="34" charset="0"/>
              <a:buChar char="•"/>
              <a:defRPr sz="1800">
                <a:solidFill>
                  <a:schemeClr val="bg1"/>
                </a:solidFill>
                <a:latin typeface="Arial" pitchFamily="34" charset="0"/>
              </a:defRPr>
            </a:lvl3pPr>
            <a:lvl4pPr marL="811213" indent="-274638">
              <a:spcBef>
                <a:spcPts val="500"/>
              </a:spcBef>
              <a:buClr>
                <a:schemeClr val="accent1"/>
              </a:buClr>
              <a:buSzPct val="110000"/>
              <a:buFont typeface="Arial" pitchFamily="34" charset="0"/>
              <a:buChar char="•"/>
              <a:defRPr sz="1800">
                <a:solidFill>
                  <a:schemeClr val="bg1"/>
                </a:solidFill>
                <a:latin typeface="Arial" pitchFamily="34" charset="0"/>
              </a:defRPr>
            </a:lvl4pPr>
            <a:lvl5pPr marL="1074738" indent="-263525">
              <a:spcBef>
                <a:spcPts val="500"/>
              </a:spcBef>
              <a:buClr>
                <a:schemeClr val="accent1"/>
              </a:buClr>
              <a:buSzPct val="110000"/>
              <a:buFont typeface="Arial" pitchFamily="34" charset="0"/>
              <a:buChar char="•"/>
              <a:defRPr sz="1600">
                <a:solidFill>
                  <a:schemeClr val="bg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p:txBody>
      </p:sp>
      <p:sp>
        <p:nvSpPr>
          <p:cNvPr id="13" name="Content Placeholder 20">
            <a:extLst>
              <a:ext uri="{FF2B5EF4-FFF2-40B4-BE49-F238E27FC236}">
                <a16:creationId xmlns:a16="http://schemas.microsoft.com/office/drawing/2014/main" id="{FD10FA1E-7A18-A84C-A80C-9F74B995D43E}"/>
              </a:ext>
            </a:extLst>
          </p:cNvPr>
          <p:cNvSpPr>
            <a:spLocks noGrp="1"/>
          </p:cNvSpPr>
          <p:nvPr>
            <p:ph sz="quarter" idx="18"/>
          </p:nvPr>
        </p:nvSpPr>
        <p:spPr>
          <a:xfrm>
            <a:off x="766763" y="4156564"/>
            <a:ext cx="10658475" cy="1936261"/>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i="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0" i="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4" name="Slide Number Placeholder 5">
            <a:extLst>
              <a:ext uri="{FF2B5EF4-FFF2-40B4-BE49-F238E27FC236}">
                <a16:creationId xmlns:a16="http://schemas.microsoft.com/office/drawing/2014/main" id="{D08F3D4F-4489-1549-AF20-5B88DAC9654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931682719"/>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age de références cli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9F8E84C-B364-DA4D-B480-E2F8D7309D87}"/>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4" name="Rectangle 3">
            <a:extLst>
              <a:ext uri="{FF2B5EF4-FFF2-40B4-BE49-F238E27FC236}">
                <a16:creationId xmlns:a16="http://schemas.microsoft.com/office/drawing/2014/main" id="{DAEB9999-5E97-764D-AC76-E36C36BBB481}"/>
              </a:ext>
            </a:extLst>
          </p:cNvPr>
          <p:cNvSpPr/>
          <p:nvPr userDrawn="1"/>
        </p:nvSpPr>
        <p:spPr bwMode="gray">
          <a:xfrm>
            <a:off x="766762" y="4064734"/>
            <a:ext cx="10658475" cy="2028091"/>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6" name="Title Placeholder 1">
            <a:extLst>
              <a:ext uri="{FF2B5EF4-FFF2-40B4-BE49-F238E27FC236}">
                <a16:creationId xmlns:a16="http://schemas.microsoft.com/office/drawing/2014/main" id="{4A2810CC-7DE6-E94F-923A-A26081CDD1DC}"/>
              </a:ext>
            </a:extLst>
          </p:cNvPr>
          <p:cNvSpPr>
            <a:spLocks noGrp="1"/>
          </p:cNvSpPr>
          <p:nvPr>
            <p:ph type="title" hasCustomPrompt="1"/>
          </p:nvPr>
        </p:nvSpPr>
        <p:spPr>
          <a:xfrm>
            <a:off x="767383" y="684000"/>
            <a:ext cx="10657856" cy="576262"/>
          </a:xfrm>
          <a:prstGeom prst="rect">
            <a:avLst/>
          </a:prstGeom>
        </p:spPr>
        <p:txBody>
          <a:bodyPr vert="horz" lIns="0" tIns="0" rIns="0" bIns="0" rtlCol="0" anchor="t" anchorCtr="0">
            <a:noAutofit/>
          </a:bodyPr>
          <a:lstStyle>
            <a:lvl1pPr>
              <a:defRPr/>
            </a:lvl1pPr>
          </a:lstStyle>
          <a:p>
            <a:r>
              <a:rPr lang="en-US" noProof="0"/>
              <a:t>Page – Référence client</a:t>
            </a:r>
          </a:p>
        </p:txBody>
      </p:sp>
      <p:sp>
        <p:nvSpPr>
          <p:cNvPr id="7" name="Content Placeholder 20">
            <a:extLst>
              <a:ext uri="{FF2B5EF4-FFF2-40B4-BE49-F238E27FC236}">
                <a16:creationId xmlns:a16="http://schemas.microsoft.com/office/drawing/2014/main" id="{151BEF49-6996-9A47-912D-07F058FDAB1B}"/>
              </a:ext>
            </a:extLst>
          </p:cNvPr>
          <p:cNvSpPr>
            <a:spLocks noGrp="1"/>
          </p:cNvSpPr>
          <p:nvPr>
            <p:ph sz="quarter" idx="17"/>
          </p:nvPr>
        </p:nvSpPr>
        <p:spPr bwMode="white">
          <a:xfrm>
            <a:off x="8401050" y="4295045"/>
            <a:ext cx="2266950" cy="1594378"/>
          </a:xfrm>
          <a:prstGeom prst="rect">
            <a:avLst/>
          </a:prstGeom>
        </p:spPr>
        <p:txBody>
          <a:bodyPr lIns="0" tIns="0" rIns="0" bIns="0">
            <a:noAutofit/>
          </a:bodyPr>
          <a:lstStyle>
            <a:lvl1pPr marL="0" indent="0">
              <a:spcBef>
                <a:spcPts val="500"/>
              </a:spcBef>
              <a:buClr>
                <a:schemeClr val="accent1"/>
              </a:buClr>
              <a:buSzPct val="110000"/>
              <a:buFont typeface="Arial" pitchFamily="34" charset="0"/>
              <a:buNone/>
              <a:defRPr sz="1600" b="0" i="1">
                <a:solidFill>
                  <a:schemeClr val="bg1"/>
                </a:solidFill>
                <a:latin typeface="Arial" pitchFamily="34" charset="0"/>
              </a:defRPr>
            </a:lvl1pPr>
            <a:lvl2pPr marL="0" indent="0">
              <a:spcBef>
                <a:spcPts val="500"/>
              </a:spcBef>
              <a:buClr>
                <a:schemeClr val="bg1"/>
              </a:buClr>
              <a:buSzPct val="110000"/>
              <a:buFont typeface="Arial" pitchFamily="34" charset="0"/>
              <a:buNone/>
              <a:defRPr sz="1400" baseline="0">
                <a:solidFill>
                  <a:schemeClr val="bg1"/>
                </a:solidFill>
                <a:latin typeface="Arial" pitchFamily="34" charset="0"/>
              </a:defRPr>
            </a:lvl2pPr>
            <a:lvl3pPr marL="177800" indent="-177800">
              <a:spcBef>
                <a:spcPts val="500"/>
              </a:spcBef>
              <a:buClr>
                <a:schemeClr val="bg1"/>
              </a:buClr>
              <a:buSzPct val="110000"/>
              <a:buFont typeface="Arial" pitchFamily="34" charset="0"/>
              <a:buChar char="•"/>
              <a:defRPr sz="1400">
                <a:solidFill>
                  <a:schemeClr val="bg1"/>
                </a:solidFill>
                <a:latin typeface="Arial" pitchFamily="34" charset="0"/>
              </a:defRPr>
            </a:lvl3pPr>
            <a:lvl4pPr marL="811213" indent="-274638">
              <a:spcBef>
                <a:spcPts val="500"/>
              </a:spcBef>
              <a:buClr>
                <a:schemeClr val="accent1"/>
              </a:buClr>
              <a:buSzPct val="110000"/>
              <a:buFont typeface="Arial" pitchFamily="34" charset="0"/>
              <a:buChar char="•"/>
              <a:defRPr sz="1800">
                <a:solidFill>
                  <a:schemeClr val="bg1"/>
                </a:solidFill>
                <a:latin typeface="Arial" pitchFamily="34" charset="0"/>
              </a:defRPr>
            </a:lvl4pPr>
            <a:lvl5pPr marL="1074738" indent="-263525">
              <a:spcBef>
                <a:spcPts val="500"/>
              </a:spcBef>
              <a:buClr>
                <a:schemeClr val="accent1"/>
              </a:buClr>
              <a:buSzPct val="110000"/>
              <a:buFont typeface="Arial" pitchFamily="34" charset="0"/>
              <a:buChar char="•"/>
              <a:defRPr sz="1600">
                <a:solidFill>
                  <a:schemeClr val="bg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p:txBody>
      </p:sp>
      <p:sp>
        <p:nvSpPr>
          <p:cNvPr id="8" name="Content Placeholder 20">
            <a:extLst>
              <a:ext uri="{FF2B5EF4-FFF2-40B4-BE49-F238E27FC236}">
                <a16:creationId xmlns:a16="http://schemas.microsoft.com/office/drawing/2014/main" id="{7CA668C0-7C71-1B43-845C-1FB224D98D27}"/>
              </a:ext>
            </a:extLst>
          </p:cNvPr>
          <p:cNvSpPr>
            <a:spLocks noGrp="1"/>
          </p:cNvSpPr>
          <p:nvPr>
            <p:ph sz="quarter" idx="18"/>
          </p:nvPr>
        </p:nvSpPr>
        <p:spPr>
          <a:xfrm>
            <a:off x="766762" y="1557338"/>
            <a:ext cx="3060701" cy="2363309"/>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2000" b="0" i="0" baseline="0">
                <a:solidFill>
                  <a:schemeClr val="tx1"/>
                </a:solidFill>
                <a:latin typeface="Arial" pitchFamily="34" charset="0"/>
              </a:defRPr>
            </a:lvl2pPr>
            <a:lvl3pPr marL="361950" indent="-180975">
              <a:spcBef>
                <a:spcPts val="500"/>
              </a:spcBef>
              <a:buClr>
                <a:schemeClr val="tx1"/>
              </a:buClr>
              <a:buSzPct val="110000"/>
              <a:buFont typeface="Arial" pitchFamily="34" charset="0"/>
              <a:buChar char="•"/>
              <a:defRPr sz="18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Content Placeholder 20">
            <a:extLst>
              <a:ext uri="{FF2B5EF4-FFF2-40B4-BE49-F238E27FC236}">
                <a16:creationId xmlns:a16="http://schemas.microsoft.com/office/drawing/2014/main" id="{6BA3A388-5D46-A842-AD3F-3B150C88B120}"/>
              </a:ext>
            </a:extLst>
          </p:cNvPr>
          <p:cNvSpPr>
            <a:spLocks noGrp="1"/>
          </p:cNvSpPr>
          <p:nvPr>
            <p:ph sz="quarter" idx="19"/>
          </p:nvPr>
        </p:nvSpPr>
        <p:spPr bwMode="white">
          <a:xfrm>
            <a:off x="1558925" y="4296427"/>
            <a:ext cx="6049963" cy="1578280"/>
          </a:xfrm>
          <a:prstGeom prst="rect">
            <a:avLst/>
          </a:prstGeom>
        </p:spPr>
        <p:txBody>
          <a:bodyPr lIns="0" tIns="0" rIns="0" bIns="0">
            <a:noAutofit/>
          </a:bodyPr>
          <a:lstStyle>
            <a:lvl1pPr marL="0" indent="0">
              <a:spcBef>
                <a:spcPts val="500"/>
              </a:spcBef>
              <a:buClr>
                <a:schemeClr val="accent1"/>
              </a:buClr>
              <a:buSzPct val="110000"/>
              <a:buFont typeface="Arial" pitchFamily="34" charset="0"/>
              <a:buNone/>
              <a:defRPr sz="1800" b="0" i="0">
                <a:solidFill>
                  <a:schemeClr val="bg1"/>
                </a:solidFill>
                <a:latin typeface="Arial" pitchFamily="34" charset="0"/>
              </a:defRPr>
            </a:lvl1pPr>
            <a:lvl2pPr marL="177800" indent="-177800">
              <a:spcBef>
                <a:spcPts val="500"/>
              </a:spcBef>
              <a:buClr>
                <a:schemeClr val="bg1"/>
              </a:buClr>
              <a:buSzPct val="110000"/>
              <a:buFont typeface="Arial" pitchFamily="34" charset="0"/>
              <a:buChar char="•"/>
              <a:defRPr sz="1800" i="0" baseline="0">
                <a:solidFill>
                  <a:schemeClr val="bg1"/>
                </a:solidFill>
                <a:latin typeface="Arial" pitchFamily="34" charset="0"/>
              </a:defRPr>
            </a:lvl2pPr>
            <a:lvl3pPr marL="355600" indent="-177800">
              <a:spcBef>
                <a:spcPts val="500"/>
              </a:spcBef>
              <a:buClr>
                <a:schemeClr val="bg1"/>
              </a:buClr>
              <a:buSzTx/>
              <a:buFont typeface="Calibri" panose="020F0502020204030204" pitchFamily="34" charset="0"/>
              <a:buChar char="–"/>
              <a:defRPr sz="1800" i="0">
                <a:solidFill>
                  <a:schemeClr val="bg1"/>
                </a:solidFill>
                <a:latin typeface="Arial" pitchFamily="34" charset="0"/>
              </a:defRPr>
            </a:lvl3pPr>
            <a:lvl4pPr marL="811213" indent="-274638">
              <a:spcBef>
                <a:spcPts val="500"/>
              </a:spcBef>
              <a:buClr>
                <a:schemeClr val="accent1"/>
              </a:buClr>
              <a:buSzPct val="110000"/>
              <a:buFont typeface="Arial" pitchFamily="34" charset="0"/>
              <a:buChar char="•"/>
              <a:defRPr sz="1800">
                <a:solidFill>
                  <a:schemeClr val="bg1"/>
                </a:solidFill>
                <a:latin typeface="Arial" pitchFamily="34" charset="0"/>
              </a:defRPr>
            </a:lvl4pPr>
            <a:lvl5pPr marL="1074738" indent="-263525">
              <a:spcBef>
                <a:spcPts val="500"/>
              </a:spcBef>
              <a:buClr>
                <a:schemeClr val="accent1"/>
              </a:buClr>
              <a:buSzPct val="110000"/>
              <a:buFont typeface="Arial" pitchFamily="34" charset="0"/>
              <a:buChar char="•"/>
              <a:defRPr sz="1600">
                <a:solidFill>
                  <a:schemeClr val="bg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p:txBody>
      </p:sp>
      <p:cxnSp>
        <p:nvCxnSpPr>
          <p:cNvPr id="10" name="Straight Connector 9">
            <a:extLst>
              <a:ext uri="{FF2B5EF4-FFF2-40B4-BE49-F238E27FC236}">
                <a16:creationId xmlns:a16="http://schemas.microsoft.com/office/drawing/2014/main" id="{327C77CF-5DDA-6D4B-A333-0AFD2883FD0C}"/>
              </a:ext>
            </a:extLst>
          </p:cNvPr>
          <p:cNvCxnSpPr/>
          <p:nvPr userDrawn="1"/>
        </p:nvCxnSpPr>
        <p:spPr bwMode="gray">
          <a:xfrm flipH="1">
            <a:off x="4211300" y="1268413"/>
            <a:ext cx="0" cy="2736587"/>
          </a:xfrm>
          <a:prstGeom prst="line">
            <a:avLst/>
          </a:prstGeom>
          <a:noFill/>
          <a:ln w="19050">
            <a:solidFill>
              <a:schemeClr val="accent6"/>
            </a:solidFill>
            <a:round/>
          </a:ln>
          <a:effectLst/>
        </p:spPr>
      </p:cxnSp>
      <p:cxnSp>
        <p:nvCxnSpPr>
          <p:cNvPr id="11" name="Straight Connector 10">
            <a:extLst>
              <a:ext uri="{FF2B5EF4-FFF2-40B4-BE49-F238E27FC236}">
                <a16:creationId xmlns:a16="http://schemas.microsoft.com/office/drawing/2014/main" id="{978EF8BE-D231-7F42-B29A-F120EA6904AC}"/>
              </a:ext>
            </a:extLst>
          </p:cNvPr>
          <p:cNvCxnSpPr/>
          <p:nvPr userDrawn="1"/>
        </p:nvCxnSpPr>
        <p:spPr bwMode="gray">
          <a:xfrm flipH="1">
            <a:off x="7980700" y="1268413"/>
            <a:ext cx="0" cy="2736587"/>
          </a:xfrm>
          <a:prstGeom prst="line">
            <a:avLst/>
          </a:prstGeom>
          <a:noFill/>
          <a:ln w="19050">
            <a:solidFill>
              <a:schemeClr val="accent6"/>
            </a:solidFill>
            <a:round/>
          </a:ln>
          <a:effectLst/>
        </p:spPr>
      </p:cxnSp>
      <p:sp>
        <p:nvSpPr>
          <p:cNvPr id="12" name="Content Placeholder 20">
            <a:extLst>
              <a:ext uri="{FF2B5EF4-FFF2-40B4-BE49-F238E27FC236}">
                <a16:creationId xmlns:a16="http://schemas.microsoft.com/office/drawing/2014/main" id="{F210E7C6-C9C5-AB4F-B2C6-08CF54A3F470}"/>
              </a:ext>
            </a:extLst>
          </p:cNvPr>
          <p:cNvSpPr>
            <a:spLocks noGrp="1"/>
          </p:cNvSpPr>
          <p:nvPr>
            <p:ph sz="quarter" idx="20"/>
          </p:nvPr>
        </p:nvSpPr>
        <p:spPr>
          <a:xfrm>
            <a:off x="4583113" y="1557338"/>
            <a:ext cx="3025776" cy="2363309"/>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2000" b="0" i="0" baseline="0">
                <a:solidFill>
                  <a:schemeClr val="tx1"/>
                </a:solidFill>
                <a:latin typeface="Arial" pitchFamily="34" charset="0"/>
              </a:defRPr>
            </a:lvl2pPr>
            <a:lvl3pPr marL="361950" indent="-180975">
              <a:spcBef>
                <a:spcPts val="500"/>
              </a:spcBef>
              <a:buClr>
                <a:schemeClr val="tx1"/>
              </a:buClr>
              <a:buSzPct val="110000"/>
              <a:buFont typeface="Arial" pitchFamily="34" charset="0"/>
              <a:buChar char="•"/>
              <a:defRPr sz="18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3" name="Content Placeholder 20">
            <a:extLst>
              <a:ext uri="{FF2B5EF4-FFF2-40B4-BE49-F238E27FC236}">
                <a16:creationId xmlns:a16="http://schemas.microsoft.com/office/drawing/2014/main" id="{34A65C94-F52F-3944-81C4-F364744665CA}"/>
              </a:ext>
            </a:extLst>
          </p:cNvPr>
          <p:cNvSpPr>
            <a:spLocks noGrp="1"/>
          </p:cNvSpPr>
          <p:nvPr>
            <p:ph sz="quarter" idx="21"/>
          </p:nvPr>
        </p:nvSpPr>
        <p:spPr>
          <a:xfrm>
            <a:off x="8401049" y="1557338"/>
            <a:ext cx="3024189" cy="2363309"/>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2000" b="0" i="0" baseline="0">
                <a:solidFill>
                  <a:schemeClr val="tx1"/>
                </a:solidFill>
                <a:latin typeface="Arial" pitchFamily="34" charset="0"/>
              </a:defRPr>
            </a:lvl2pPr>
            <a:lvl3pPr marL="361950" indent="-180975">
              <a:spcBef>
                <a:spcPts val="500"/>
              </a:spcBef>
              <a:buClr>
                <a:schemeClr val="tx1"/>
              </a:buClr>
              <a:buSzPct val="110000"/>
              <a:buFont typeface="Arial" pitchFamily="34" charset="0"/>
              <a:buChar char="•"/>
              <a:defRPr sz="18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023606967"/>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age de comparaison">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ECBF8C6-FF3A-E946-B3D5-6C27E5F99464}"/>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4" name="Title Placeholder 1">
            <a:extLst>
              <a:ext uri="{FF2B5EF4-FFF2-40B4-BE49-F238E27FC236}">
                <a16:creationId xmlns:a16="http://schemas.microsoft.com/office/drawing/2014/main" id="{29301D37-B47A-0547-ABCC-1B647A2174A5}"/>
              </a:ext>
            </a:extLst>
          </p:cNvPr>
          <p:cNvSpPr>
            <a:spLocks noGrp="1"/>
          </p:cNvSpPr>
          <p:nvPr>
            <p:ph type="title" hasCustomPrompt="1"/>
          </p:nvPr>
        </p:nvSpPr>
        <p:spPr>
          <a:xfrm>
            <a:off x="766763" y="684000"/>
            <a:ext cx="10658475" cy="565231"/>
          </a:xfrm>
          <a:prstGeom prst="rect">
            <a:avLst/>
          </a:prstGeom>
        </p:spPr>
        <p:txBody>
          <a:bodyPr vert="horz" lIns="0" tIns="0" rIns="0" bIns="0" rtlCol="0" anchor="t" anchorCtr="0">
            <a:noAutofit/>
          </a:bodyPr>
          <a:lstStyle>
            <a:lvl1pPr>
              <a:defRPr/>
            </a:lvl1pPr>
          </a:lstStyle>
          <a:p>
            <a:r>
              <a:rPr lang="en-US" noProof="0"/>
              <a:t>Page – Comparaison</a:t>
            </a:r>
          </a:p>
        </p:txBody>
      </p:sp>
      <p:sp>
        <p:nvSpPr>
          <p:cNvPr id="5" name="Content Placeholder 20">
            <a:extLst>
              <a:ext uri="{FF2B5EF4-FFF2-40B4-BE49-F238E27FC236}">
                <a16:creationId xmlns:a16="http://schemas.microsoft.com/office/drawing/2014/main" id="{0E41DF0A-83D4-5F42-8E48-2002316825FC}"/>
              </a:ext>
            </a:extLst>
          </p:cNvPr>
          <p:cNvSpPr>
            <a:spLocks noGrp="1"/>
          </p:cNvSpPr>
          <p:nvPr>
            <p:ph sz="quarter" idx="18"/>
          </p:nvPr>
        </p:nvSpPr>
        <p:spPr>
          <a:xfrm>
            <a:off x="768880" y="2000028"/>
            <a:ext cx="3058583" cy="4092797"/>
          </a:xfrm>
          <a:prstGeom prst="rect">
            <a:avLst/>
          </a:prstGeom>
        </p:spPr>
        <p:txBody>
          <a:bodyPr lIns="122400" tIns="61200" rIns="122400" bIns="61200">
            <a:noAutofit/>
          </a:bodyPr>
          <a:lstStyle>
            <a:lvl1pPr marL="0" indent="0">
              <a:spcBef>
                <a:spcPts val="500"/>
              </a:spcBef>
              <a:buClr>
                <a:schemeClr val="tx1"/>
              </a:buClr>
              <a:buSzPct val="110000"/>
              <a:buFont typeface="Arial" pitchFamily="34" charset="0"/>
              <a:buNone/>
              <a:defRPr sz="18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1800" b="0" i="0" baseline="0">
                <a:solidFill>
                  <a:schemeClr val="tx1"/>
                </a:solidFill>
                <a:latin typeface="Arial" pitchFamily="34" charset="0"/>
              </a:defRPr>
            </a:lvl2pPr>
            <a:lvl3pPr marL="361950" indent="-180975">
              <a:spcBef>
                <a:spcPts val="500"/>
              </a:spcBef>
              <a:buClr>
                <a:schemeClr val="tx1"/>
              </a:buClr>
              <a:buSzTx/>
              <a:buFont typeface="Calibri" panose="020F0502020204030204" pitchFamily="34" charset="0"/>
              <a:buChar char="–"/>
              <a:defRPr sz="16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4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2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cxnSp>
        <p:nvCxnSpPr>
          <p:cNvPr id="6" name="Straight Connector 5">
            <a:extLst>
              <a:ext uri="{FF2B5EF4-FFF2-40B4-BE49-F238E27FC236}">
                <a16:creationId xmlns:a16="http://schemas.microsoft.com/office/drawing/2014/main" id="{8B6F1C2D-EAC0-104E-91F8-B5ECA6A6754C}"/>
              </a:ext>
            </a:extLst>
          </p:cNvPr>
          <p:cNvCxnSpPr/>
          <p:nvPr userDrawn="1"/>
        </p:nvCxnSpPr>
        <p:spPr bwMode="gray">
          <a:xfrm flipH="1">
            <a:off x="4585990" y="1543377"/>
            <a:ext cx="0" cy="3977818"/>
          </a:xfrm>
          <a:prstGeom prst="line">
            <a:avLst/>
          </a:prstGeom>
          <a:noFill/>
          <a:ln w="19050">
            <a:solidFill>
              <a:schemeClr val="accent6"/>
            </a:solidFill>
            <a:round/>
          </a:ln>
          <a:effectLst/>
        </p:spPr>
      </p:cxnSp>
      <p:cxnSp>
        <p:nvCxnSpPr>
          <p:cNvPr id="7" name="Straight Connector 6">
            <a:extLst>
              <a:ext uri="{FF2B5EF4-FFF2-40B4-BE49-F238E27FC236}">
                <a16:creationId xmlns:a16="http://schemas.microsoft.com/office/drawing/2014/main" id="{D3A4403B-4A6F-6C49-BB6C-AB5D0E54358A}"/>
              </a:ext>
            </a:extLst>
          </p:cNvPr>
          <p:cNvCxnSpPr/>
          <p:nvPr userDrawn="1"/>
        </p:nvCxnSpPr>
        <p:spPr bwMode="gray">
          <a:xfrm flipH="1">
            <a:off x="8401050" y="1543377"/>
            <a:ext cx="0" cy="3977818"/>
          </a:xfrm>
          <a:prstGeom prst="line">
            <a:avLst/>
          </a:prstGeom>
          <a:noFill/>
          <a:ln w="19050">
            <a:solidFill>
              <a:schemeClr val="accent6"/>
            </a:solidFill>
            <a:round/>
          </a:ln>
          <a:effectLst/>
        </p:spPr>
      </p:cxnSp>
      <p:sp>
        <p:nvSpPr>
          <p:cNvPr id="8" name="Content Placeholder 20">
            <a:extLst>
              <a:ext uri="{FF2B5EF4-FFF2-40B4-BE49-F238E27FC236}">
                <a16:creationId xmlns:a16="http://schemas.microsoft.com/office/drawing/2014/main" id="{7789C2AB-0FAA-0647-B95A-D8A3E341BD5F}"/>
              </a:ext>
            </a:extLst>
          </p:cNvPr>
          <p:cNvSpPr>
            <a:spLocks noGrp="1"/>
          </p:cNvSpPr>
          <p:nvPr>
            <p:ph sz="quarter" idx="20"/>
          </p:nvPr>
        </p:nvSpPr>
        <p:spPr>
          <a:xfrm>
            <a:off x="4596063" y="2000028"/>
            <a:ext cx="3012824" cy="4092797"/>
          </a:xfrm>
          <a:prstGeom prst="rect">
            <a:avLst/>
          </a:prstGeom>
        </p:spPr>
        <p:txBody>
          <a:bodyPr lIns="122400" tIns="61200" rIns="122400" bIns="61200">
            <a:noAutofit/>
          </a:bodyPr>
          <a:lstStyle>
            <a:lvl1pPr marL="0" indent="0">
              <a:spcBef>
                <a:spcPts val="500"/>
              </a:spcBef>
              <a:buClr>
                <a:schemeClr val="tx1"/>
              </a:buClr>
              <a:buSzPct val="110000"/>
              <a:buFont typeface="Arial" pitchFamily="34" charset="0"/>
              <a:buNone/>
              <a:defRPr sz="18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1800" b="0" i="0" baseline="0">
                <a:solidFill>
                  <a:schemeClr val="tx1"/>
                </a:solidFill>
                <a:latin typeface="Arial" pitchFamily="34" charset="0"/>
              </a:defRPr>
            </a:lvl2pPr>
            <a:lvl3pPr marL="361950" indent="-180975">
              <a:spcBef>
                <a:spcPts val="500"/>
              </a:spcBef>
              <a:buClr>
                <a:schemeClr val="tx1"/>
              </a:buClr>
              <a:buSzTx/>
              <a:buFont typeface="Calibri" panose="020F0502020204030204" pitchFamily="34" charset="0"/>
              <a:buChar char="–"/>
              <a:defRPr sz="16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4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2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Content Placeholder 20">
            <a:extLst>
              <a:ext uri="{FF2B5EF4-FFF2-40B4-BE49-F238E27FC236}">
                <a16:creationId xmlns:a16="http://schemas.microsoft.com/office/drawing/2014/main" id="{52835192-0902-8445-BEBB-236A1C87ED56}"/>
              </a:ext>
            </a:extLst>
          </p:cNvPr>
          <p:cNvSpPr>
            <a:spLocks noGrp="1"/>
          </p:cNvSpPr>
          <p:nvPr>
            <p:ph sz="quarter" idx="21"/>
          </p:nvPr>
        </p:nvSpPr>
        <p:spPr>
          <a:xfrm>
            <a:off x="8413992" y="2000028"/>
            <a:ext cx="3011245" cy="4092797"/>
          </a:xfrm>
          <a:prstGeom prst="rect">
            <a:avLst/>
          </a:prstGeom>
        </p:spPr>
        <p:txBody>
          <a:bodyPr lIns="122400" tIns="61200" rIns="122400" bIns="61200">
            <a:noAutofit/>
          </a:bodyPr>
          <a:lstStyle>
            <a:lvl1pPr marL="0" indent="0">
              <a:spcBef>
                <a:spcPts val="500"/>
              </a:spcBef>
              <a:buClr>
                <a:schemeClr val="tx1"/>
              </a:buClr>
              <a:buSzPct val="110000"/>
              <a:buFont typeface="Arial" pitchFamily="34" charset="0"/>
              <a:buNone/>
              <a:defRPr sz="18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1800" b="0" i="0" baseline="0">
                <a:solidFill>
                  <a:schemeClr val="tx1"/>
                </a:solidFill>
                <a:latin typeface="Arial" pitchFamily="34" charset="0"/>
              </a:defRPr>
            </a:lvl2pPr>
            <a:lvl3pPr marL="361950" indent="-180975">
              <a:spcBef>
                <a:spcPts val="500"/>
              </a:spcBef>
              <a:buClr>
                <a:schemeClr val="tx1"/>
              </a:buClr>
              <a:buSzTx/>
              <a:buFont typeface="Calibri" panose="020F0502020204030204" pitchFamily="34" charset="0"/>
              <a:buChar char="–"/>
              <a:defRPr sz="16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4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2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0" name="Content Placeholder 2">
            <a:extLst>
              <a:ext uri="{FF2B5EF4-FFF2-40B4-BE49-F238E27FC236}">
                <a16:creationId xmlns:a16="http://schemas.microsoft.com/office/drawing/2014/main" id="{4E20A456-898E-7647-9636-3B35BE74CBDC}"/>
              </a:ext>
            </a:extLst>
          </p:cNvPr>
          <p:cNvSpPr>
            <a:spLocks noGrp="1"/>
          </p:cNvSpPr>
          <p:nvPr>
            <p:ph idx="1" hasCustomPrompt="1"/>
          </p:nvPr>
        </p:nvSpPr>
        <p:spPr>
          <a:xfrm>
            <a:off x="766763" y="1541789"/>
            <a:ext cx="3060700" cy="355552"/>
          </a:xfrm>
          <a:prstGeom prst="rect">
            <a:avLst/>
          </a:prstGeom>
          <a:gradFill>
            <a:gsLst>
              <a:gs pos="0">
                <a:schemeClr val="accent2"/>
              </a:gs>
              <a:gs pos="66000">
                <a:schemeClr val="accent1"/>
              </a:gs>
              <a:gs pos="33000">
                <a:srgbClr val="FF6A00"/>
              </a:gs>
              <a:gs pos="100000">
                <a:schemeClr val="tx2"/>
              </a:gs>
            </a:gsLst>
            <a:lin ang="12000000" scaled="0"/>
          </a:gradFill>
        </p:spPr>
        <p:txBody>
          <a:bodyPr lIns="122400" tIns="61200" rIns="122400" bIns="61200">
            <a:noAutofit/>
          </a:bodyPr>
          <a:lstStyle>
            <a:lvl1pPr marL="0" indent="0">
              <a:spcBef>
                <a:spcPts val="600"/>
              </a:spcBef>
              <a:buSzPct val="120000"/>
              <a:buFont typeface="Arial" pitchFamily="34" charset="0"/>
              <a:buNone/>
              <a:defRPr sz="1600" b="0" baseline="0">
                <a:solidFill>
                  <a:schemeClr val="bg1"/>
                </a:solidFill>
                <a:latin typeface="Arial" pitchFamily="34" charset="0"/>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a:t>Cliquer pour ajouter du texte</a:t>
            </a:r>
          </a:p>
        </p:txBody>
      </p:sp>
      <p:sp>
        <p:nvSpPr>
          <p:cNvPr id="11" name="Content Placeholder 2">
            <a:extLst>
              <a:ext uri="{FF2B5EF4-FFF2-40B4-BE49-F238E27FC236}">
                <a16:creationId xmlns:a16="http://schemas.microsoft.com/office/drawing/2014/main" id="{94060416-9D8D-2B4A-96F8-0EF11DCAC266}"/>
              </a:ext>
            </a:extLst>
          </p:cNvPr>
          <p:cNvSpPr>
            <a:spLocks noGrp="1"/>
          </p:cNvSpPr>
          <p:nvPr>
            <p:ph idx="22" hasCustomPrompt="1"/>
          </p:nvPr>
        </p:nvSpPr>
        <p:spPr>
          <a:xfrm>
            <a:off x="4583113" y="1541789"/>
            <a:ext cx="3025776" cy="355552"/>
          </a:xfrm>
          <a:prstGeom prst="rect">
            <a:avLst/>
          </a:prstGeom>
          <a:gradFill>
            <a:gsLst>
              <a:gs pos="0">
                <a:schemeClr val="accent2"/>
              </a:gs>
              <a:gs pos="66000">
                <a:schemeClr val="accent1"/>
              </a:gs>
              <a:gs pos="33000">
                <a:srgbClr val="FF6A00"/>
              </a:gs>
              <a:gs pos="100000">
                <a:schemeClr val="tx2"/>
              </a:gs>
            </a:gsLst>
            <a:lin ang="12000000" scaled="0"/>
          </a:gradFill>
        </p:spPr>
        <p:txBody>
          <a:bodyPr lIns="122400" tIns="61200" rIns="122400" bIns="61200">
            <a:noAutofit/>
          </a:bodyPr>
          <a:lstStyle>
            <a:lvl1pPr marL="0" indent="0">
              <a:spcBef>
                <a:spcPts val="600"/>
              </a:spcBef>
              <a:buSzPct val="120000"/>
              <a:buFont typeface="Arial" pitchFamily="34" charset="0"/>
              <a:buNone/>
              <a:defRPr sz="1600" b="0" baseline="0">
                <a:solidFill>
                  <a:schemeClr val="bg1"/>
                </a:solidFill>
                <a:latin typeface="Arial" pitchFamily="34" charset="0"/>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a:t>Cliquer pour ajouter du texte</a:t>
            </a:r>
          </a:p>
        </p:txBody>
      </p:sp>
      <p:sp>
        <p:nvSpPr>
          <p:cNvPr id="12" name="Content Placeholder 2">
            <a:extLst>
              <a:ext uri="{FF2B5EF4-FFF2-40B4-BE49-F238E27FC236}">
                <a16:creationId xmlns:a16="http://schemas.microsoft.com/office/drawing/2014/main" id="{7B3F98ED-EDB1-0746-922E-070BFA3CA393}"/>
              </a:ext>
            </a:extLst>
          </p:cNvPr>
          <p:cNvSpPr>
            <a:spLocks noGrp="1"/>
          </p:cNvSpPr>
          <p:nvPr>
            <p:ph idx="23" hasCustomPrompt="1"/>
          </p:nvPr>
        </p:nvSpPr>
        <p:spPr>
          <a:xfrm>
            <a:off x="8401049" y="1541789"/>
            <a:ext cx="3024189" cy="355552"/>
          </a:xfrm>
          <a:prstGeom prst="rect">
            <a:avLst/>
          </a:prstGeom>
          <a:gradFill>
            <a:gsLst>
              <a:gs pos="0">
                <a:schemeClr val="accent2"/>
              </a:gs>
              <a:gs pos="66000">
                <a:schemeClr val="accent1"/>
              </a:gs>
              <a:gs pos="33000">
                <a:srgbClr val="FF6A00"/>
              </a:gs>
              <a:gs pos="100000">
                <a:schemeClr val="tx2"/>
              </a:gs>
            </a:gsLst>
            <a:lin ang="12000000" scaled="0"/>
          </a:gradFill>
        </p:spPr>
        <p:txBody>
          <a:bodyPr lIns="122400" tIns="61200" rIns="122400" bIns="61200">
            <a:noAutofit/>
          </a:bodyPr>
          <a:lstStyle>
            <a:lvl1pPr marL="0" indent="0">
              <a:spcBef>
                <a:spcPts val="600"/>
              </a:spcBef>
              <a:buSzPct val="120000"/>
              <a:buFont typeface="Arial" pitchFamily="34" charset="0"/>
              <a:buNone/>
              <a:defRPr sz="1600" b="0" baseline="0">
                <a:solidFill>
                  <a:schemeClr val="bg1"/>
                </a:solidFill>
                <a:latin typeface="Arial" pitchFamily="34" charset="0"/>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a:t>Cliquer pour ajouter du texte</a:t>
            </a:r>
          </a:p>
        </p:txBody>
      </p:sp>
      <p:cxnSp>
        <p:nvCxnSpPr>
          <p:cNvPr id="13" name="Straight Connector 12">
            <a:extLst>
              <a:ext uri="{FF2B5EF4-FFF2-40B4-BE49-F238E27FC236}">
                <a16:creationId xmlns:a16="http://schemas.microsoft.com/office/drawing/2014/main" id="{3AE45457-E95A-C34E-B64B-96FA51745FDE}"/>
              </a:ext>
            </a:extLst>
          </p:cNvPr>
          <p:cNvCxnSpPr/>
          <p:nvPr userDrawn="1"/>
        </p:nvCxnSpPr>
        <p:spPr bwMode="gray">
          <a:xfrm flipH="1">
            <a:off x="770515" y="1543377"/>
            <a:ext cx="0" cy="3977818"/>
          </a:xfrm>
          <a:prstGeom prst="line">
            <a:avLst/>
          </a:prstGeom>
          <a:noFill/>
          <a:ln w="19050">
            <a:solidFill>
              <a:schemeClr val="accent6"/>
            </a:solidFill>
            <a:round/>
          </a:ln>
          <a:effectLst/>
        </p:spPr>
      </p:cxnSp>
      <p:sp>
        <p:nvSpPr>
          <p:cNvPr id="19" name="TextBox 18">
            <a:extLst>
              <a:ext uri="{FF2B5EF4-FFF2-40B4-BE49-F238E27FC236}">
                <a16:creationId xmlns:a16="http://schemas.microsoft.com/office/drawing/2014/main" id="{128F13C5-CF61-4A4C-8183-EEC7441F9C66}"/>
              </a:ext>
            </a:extLst>
          </p:cNvPr>
          <p:cNvSpPr txBox="1"/>
          <p:nvPr userDrawn="1"/>
        </p:nvSpPr>
        <p:spPr>
          <a:xfrm flipH="1">
            <a:off x="5320145" y="1025236"/>
            <a:ext cx="0" cy="0"/>
          </a:xfrm>
          <a:prstGeom prst="rect">
            <a:avLst/>
          </a:prstGeom>
        </p:spPr>
        <p:txBody>
          <a:bodyPr vert="horz" wrap="none" lIns="0" tIns="0" rIns="0" bIns="0" rtlCol="0" anchor="t" anchorCtr="0">
            <a:noAutofit/>
          </a:bodyPr>
          <a:lstStyle/>
          <a:p>
            <a:pPr algn="l"/>
            <a:endParaRPr lang="en-CA"/>
          </a:p>
        </p:txBody>
      </p:sp>
    </p:spTree>
    <p:extLst>
      <p:ext uri="{BB962C8B-B14F-4D97-AF65-F5344CB8AC3E}">
        <p14:creationId xmlns:p14="http://schemas.microsoft.com/office/powerpoint/2010/main" val="2379164467"/>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Élément graphique avec gros titre">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6EAD3CFF-35F0-EE42-99CF-7B91F8844AF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6" name="Espace réservé pour une image  8">
            <a:extLst>
              <a:ext uri="{FF2B5EF4-FFF2-40B4-BE49-F238E27FC236}">
                <a16:creationId xmlns:a16="http://schemas.microsoft.com/office/drawing/2014/main" id="{C4B7093F-77F3-3449-9E60-BC70230FC0A3}"/>
              </a:ext>
            </a:extLst>
          </p:cNvPr>
          <p:cNvSpPr>
            <a:spLocks noGrp="1" noChangeAspect="1"/>
          </p:cNvSpPr>
          <p:nvPr>
            <p:ph type="pic" sz="quarter" idx="15" hasCustomPrompt="1"/>
          </p:nvPr>
        </p:nvSpPr>
        <p:spPr>
          <a:xfrm>
            <a:off x="6111917" y="770881"/>
            <a:ext cx="5321943" cy="5321944"/>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p:spPr>
        <p:txBody>
          <a:bodyPr wrap="square">
            <a:noAutofit/>
          </a:bodyPr>
          <a:lstStyle>
            <a:lvl1pPr marL="0" indent="0">
              <a:buNone/>
              <a:defRPr sz="1800"/>
            </a:lvl1pPr>
          </a:lstStyle>
          <a:p>
            <a:r>
              <a:rPr lang="fr-CA" sz="1800">
                <a:cs typeface="Arial" pitchFamily="34" charset="0"/>
              </a:rPr>
              <a:t>Cliquer sur l’icône « Images » pour y intégrer une nouvelle image hébergée sur votre ordinateur.</a:t>
            </a:r>
            <a:endParaRPr lang="fr-FR"/>
          </a:p>
        </p:txBody>
      </p:sp>
      <p:sp>
        <p:nvSpPr>
          <p:cNvPr id="10" name="Content Placeholder 20">
            <a:extLst>
              <a:ext uri="{FF2B5EF4-FFF2-40B4-BE49-F238E27FC236}">
                <a16:creationId xmlns:a16="http://schemas.microsoft.com/office/drawing/2014/main" id="{724BBC96-0D1F-2C4D-B3B5-A7EE6A8D87D1}"/>
              </a:ext>
            </a:extLst>
          </p:cNvPr>
          <p:cNvSpPr>
            <a:spLocks noGrp="1"/>
          </p:cNvSpPr>
          <p:nvPr>
            <p:ph sz="quarter" idx="18"/>
          </p:nvPr>
        </p:nvSpPr>
        <p:spPr>
          <a:xfrm>
            <a:off x="766763" y="3429000"/>
            <a:ext cx="4608512" cy="2663825"/>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Arial" pitchFamily="34" charset="0"/>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a:extLst>
              <a:ext uri="{FF2B5EF4-FFF2-40B4-BE49-F238E27FC236}">
                <a16:creationId xmlns:a16="http://schemas.microsoft.com/office/drawing/2014/main" id="{F67583A3-6F17-0047-A5BE-2FC8BA4AE87E}"/>
              </a:ext>
            </a:extLst>
          </p:cNvPr>
          <p:cNvSpPr>
            <a:spLocks noGrp="1"/>
          </p:cNvSpPr>
          <p:nvPr>
            <p:ph type="title" hasCustomPrompt="1"/>
          </p:nvPr>
        </p:nvSpPr>
        <p:spPr>
          <a:xfrm>
            <a:off x="777224" y="619403"/>
            <a:ext cx="4598051" cy="2508110"/>
          </a:xfrm>
          <a:prstGeom prst="rect">
            <a:avLst/>
          </a:prstGeom>
        </p:spPr>
        <p:txBody>
          <a:bodyPr vert="horz" lIns="0" tIns="0" rIns="0" bIns="0" rtlCol="0" anchor="t" anchorCtr="0">
            <a:noAutofit/>
          </a:bodyPr>
          <a:lstStyle>
            <a:lvl1pPr>
              <a:defRPr sz="4800">
                <a:solidFill>
                  <a:schemeClr val="tx1"/>
                </a:solidFill>
              </a:defRPr>
            </a:lvl1pPr>
          </a:lstStyle>
          <a:p>
            <a:r>
              <a:rPr lang="en-US" noProof="0" err="1"/>
              <a:t>Titre</a:t>
            </a:r>
            <a:endParaRPr lang="en-US" noProof="0"/>
          </a:p>
        </p:txBody>
      </p:sp>
    </p:spTree>
    <p:extLst>
      <p:ext uri="{BB962C8B-B14F-4D97-AF65-F5344CB8AC3E}">
        <p14:creationId xmlns:p14="http://schemas.microsoft.com/office/powerpoint/2010/main" val="1461549265"/>
      </p:ext>
    </p:extLst>
  </p:cSld>
  <p:clrMapOvr>
    <a:masterClrMapping/>
  </p:clrMapOvr>
  <p:transition/>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Élément graphique avec gros texte">
    <p:spTree>
      <p:nvGrpSpPr>
        <p:cNvPr id="1" name=""/>
        <p:cNvGrpSpPr/>
        <p:nvPr/>
      </p:nvGrpSpPr>
      <p:grpSpPr>
        <a:xfrm>
          <a:off x="0" y="0"/>
          <a:ext cx="0" cy="0"/>
          <a:chOff x="0" y="0"/>
          <a:chExt cx="0" cy="0"/>
        </a:xfrm>
      </p:grpSpPr>
      <p:sp>
        <p:nvSpPr>
          <p:cNvPr id="9" name="Rectangle 8"/>
          <p:cNvSpPr/>
          <p:nvPr userDrawn="1"/>
        </p:nvSpPr>
        <p:spPr bwMode="gray">
          <a:xfrm>
            <a:off x="462707" y="6491436"/>
            <a:ext cx="9721080" cy="216024"/>
          </a:xfrm>
          <a:prstGeom prst="rect">
            <a:avLst/>
          </a:prstGeom>
          <a:solidFill>
            <a:schemeClr val="bg1"/>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11" name="Freeform 6">
            <a:extLst>
              <a:ext uri="{FF2B5EF4-FFF2-40B4-BE49-F238E27FC236}">
                <a16:creationId xmlns:a16="http://schemas.microsoft.com/office/drawing/2014/main" id="{E92206DE-17C9-E04C-89B5-21C279EE24F8}"/>
              </a:ext>
            </a:extLst>
          </p:cNvPr>
          <p:cNvSpPr/>
          <p:nvPr userDrawn="1"/>
        </p:nvSpPr>
        <p:spPr bwMode="auto">
          <a:xfrm rot="16200000" flipH="1">
            <a:off x="7632850" y="776137"/>
            <a:ext cx="3803349" cy="3781425"/>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CA" sz="1600" b="1">
              <a:solidFill>
                <a:schemeClr val="bg1"/>
              </a:solidFill>
              <a:cs typeface="Arial" pitchFamily="34" charset="0"/>
            </a:endParaRPr>
          </a:p>
        </p:txBody>
      </p:sp>
      <p:sp>
        <p:nvSpPr>
          <p:cNvPr id="12" name="Espace réservé du texte 2">
            <a:extLst>
              <a:ext uri="{FF2B5EF4-FFF2-40B4-BE49-F238E27FC236}">
                <a16:creationId xmlns:a16="http://schemas.microsoft.com/office/drawing/2014/main" id="{D3042FBB-DA17-F44B-831D-42583634A8FE}"/>
              </a:ext>
            </a:extLst>
          </p:cNvPr>
          <p:cNvSpPr>
            <a:spLocks noGrp="1"/>
          </p:cNvSpPr>
          <p:nvPr>
            <p:ph type="body" sz="quarter" idx="10" hasCustomPrompt="1"/>
          </p:nvPr>
        </p:nvSpPr>
        <p:spPr>
          <a:xfrm>
            <a:off x="766800" y="578900"/>
            <a:ext cx="6130753" cy="2858812"/>
          </a:xfrm>
          <a:prstGeom prst="rect">
            <a:avLst/>
          </a:prstGeom>
        </p:spPr>
        <p:txBody>
          <a:bodyPr lIns="0" tIns="0" rIns="0" bIns="0">
            <a:noAutofit/>
          </a:bodyPr>
          <a:lstStyle>
            <a:lvl1pPr marL="0" indent="0">
              <a:lnSpc>
                <a:spcPct val="100000"/>
              </a:lnSpc>
              <a:spcBef>
                <a:spcPct val="0"/>
              </a:spcBef>
              <a:buNone/>
              <a:defRPr sz="6000">
                <a:solidFill>
                  <a:schemeClr val="tx1"/>
                </a:solidFill>
              </a:defRPr>
            </a:lvl1pPr>
          </a:lstStyle>
          <a:p>
            <a:pPr lvl="0"/>
            <a:r>
              <a:rPr lang="en-CA"/>
              <a:t>Titre</a:t>
            </a:r>
          </a:p>
        </p:txBody>
      </p:sp>
      <p:sp>
        <p:nvSpPr>
          <p:cNvPr id="4" name="ZoneTexte 3">
            <a:extLst>
              <a:ext uri="{FF2B5EF4-FFF2-40B4-BE49-F238E27FC236}">
                <a16:creationId xmlns:a16="http://schemas.microsoft.com/office/drawing/2014/main" id="{5C837B84-BCBE-CE4F-AAD6-DC4A6359EA7D}"/>
              </a:ext>
            </a:extLst>
          </p:cNvPr>
          <p:cNvSpPr txBox="1"/>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CA" sz="1400" b="1">
                <a:cs typeface="Arial" pitchFamily="34" charset="0"/>
              </a:rPr>
              <a:t>cgi.com</a:t>
            </a:r>
          </a:p>
        </p:txBody>
      </p:sp>
      <p:sp>
        <p:nvSpPr>
          <p:cNvPr id="7" name="ZoneTexte 6">
            <a:extLst>
              <a:ext uri="{FF2B5EF4-FFF2-40B4-BE49-F238E27FC236}">
                <a16:creationId xmlns:a16="http://schemas.microsoft.com/office/drawing/2014/main" id="{CDA1E445-A6EB-ED42-914D-6C8866FA7691}"/>
              </a:ext>
            </a:extLst>
          </p:cNvPr>
          <p:cNvSpPr txBox="1"/>
          <p:nvPr userDrawn="1"/>
        </p:nvSpPr>
        <p:spPr>
          <a:xfrm>
            <a:off x="766763" y="3700463"/>
            <a:ext cx="6234112" cy="2014537"/>
          </a:xfrm>
          <a:prstGeom prst="rect">
            <a:avLst/>
          </a:prstGeom>
        </p:spPr>
        <p:txBody>
          <a:bodyPr vert="horz" wrap="square" lIns="0" tIns="0" rIns="0" bIns="0" rtlCol="0" anchor="t" anchorCtr="0">
            <a:noAutofit/>
          </a:bodyPr>
          <a:lstStyle/>
          <a:p>
            <a:endParaRPr lang="fr-CA">
              <a:effectLst/>
              <a:highlight>
                <a:srgbClr val="FFFF00"/>
              </a:highlight>
            </a:endParaRPr>
          </a:p>
        </p:txBody>
      </p:sp>
      <p:sp>
        <p:nvSpPr>
          <p:cNvPr id="3" name="Espace réservé du texte 2">
            <a:extLst>
              <a:ext uri="{FF2B5EF4-FFF2-40B4-BE49-F238E27FC236}">
                <a16:creationId xmlns:a16="http://schemas.microsoft.com/office/drawing/2014/main" id="{8EB73EB6-4721-DF40-89DE-28F0838BEABA}"/>
              </a:ext>
            </a:extLst>
          </p:cNvPr>
          <p:cNvSpPr>
            <a:spLocks noGrp="1"/>
          </p:cNvSpPr>
          <p:nvPr>
            <p:ph type="body" sz="quarter" idx="11" hasCustomPrompt="1"/>
          </p:nvPr>
        </p:nvSpPr>
        <p:spPr>
          <a:xfrm>
            <a:off x="766763" y="3727452"/>
            <a:ext cx="6121400" cy="2016123"/>
          </a:xfrm>
          <a:prstGeom prst="rect">
            <a:avLst/>
          </a:prstGeom>
        </p:spPr>
        <p:txBody>
          <a:bodyPr lIns="0" tIns="0" rIns="0" bIns="0">
            <a:noAutofit/>
          </a:bodyPr>
          <a:lstStyle>
            <a:lvl1pPr marL="0" indent="0">
              <a:spcBef>
                <a:spcPct val="0"/>
              </a:spcBef>
              <a:buNone/>
              <a:defRPr sz="1600" baseline="0"/>
            </a:lvl1pPr>
          </a:lstStyle>
          <a:p>
            <a:pPr lvl="0"/>
            <a:r>
              <a:rPr lang="en-US" noProof="0"/>
              <a:t>Pour obtenir les plus récentes descriptions de l’entreprise, visitez brand.cgi.com.</a:t>
            </a:r>
          </a:p>
        </p:txBody>
      </p:sp>
      <p:pic>
        <p:nvPicPr>
          <p:cNvPr id="13" name="Image 12">
            <a:extLst>
              <a:ext uri="{FF2B5EF4-FFF2-40B4-BE49-F238E27FC236}">
                <a16:creationId xmlns:a16="http://schemas.microsoft.com/office/drawing/2014/main" id="{8015FD21-3A21-0C40-AB96-FCA90463D166}"/>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875838" y="5381505"/>
            <a:ext cx="1549400" cy="720651"/>
          </a:xfrm>
          <a:prstGeom prst="rect">
            <a:avLst/>
          </a:prstGeom>
        </p:spPr>
      </p:pic>
    </p:spTree>
    <p:extLst>
      <p:ext uri="{BB962C8B-B14F-4D97-AF65-F5344CB8AC3E}">
        <p14:creationId xmlns:p14="http://schemas.microsoft.com/office/powerpoint/2010/main" val="1901865146"/>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Élément graphique avec petit titre">
    <p:spTree>
      <p:nvGrpSpPr>
        <p:cNvPr id="1" name=""/>
        <p:cNvGrpSpPr/>
        <p:nvPr/>
      </p:nvGrpSpPr>
      <p:grpSpPr>
        <a:xfrm>
          <a:off x="0" y="0"/>
          <a:ext cx="0" cy="0"/>
          <a:chOff x="0" y="0"/>
          <a:chExt cx="0" cy="0"/>
        </a:xfrm>
      </p:grpSpPr>
      <p:sp>
        <p:nvSpPr>
          <p:cNvPr id="9" name="Rectangle 8"/>
          <p:cNvSpPr/>
          <p:nvPr userDrawn="1"/>
        </p:nvSpPr>
        <p:spPr bwMode="gray">
          <a:xfrm>
            <a:off x="462707" y="6491436"/>
            <a:ext cx="9721080" cy="216024"/>
          </a:xfrm>
          <a:prstGeom prst="rect">
            <a:avLst/>
          </a:prstGeom>
          <a:solidFill>
            <a:schemeClr val="bg1"/>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11" name="Freeform 6">
            <a:extLst>
              <a:ext uri="{FF2B5EF4-FFF2-40B4-BE49-F238E27FC236}">
                <a16:creationId xmlns:a16="http://schemas.microsoft.com/office/drawing/2014/main" id="{E92206DE-17C9-E04C-89B5-21C279EE24F8}"/>
              </a:ext>
            </a:extLst>
          </p:cNvPr>
          <p:cNvSpPr/>
          <p:nvPr userDrawn="1"/>
        </p:nvSpPr>
        <p:spPr bwMode="auto">
          <a:xfrm rot="16200000" flipH="1">
            <a:off x="8417520" y="773869"/>
            <a:ext cx="3016411" cy="2999023"/>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CA" sz="1600" b="1">
              <a:solidFill>
                <a:schemeClr val="bg1"/>
              </a:solidFill>
              <a:cs typeface="Arial" pitchFamily="34" charset="0"/>
            </a:endParaRPr>
          </a:p>
        </p:txBody>
      </p:sp>
      <p:sp>
        <p:nvSpPr>
          <p:cNvPr id="7" name="Slide Number Placeholder 5">
            <a:extLst>
              <a:ext uri="{FF2B5EF4-FFF2-40B4-BE49-F238E27FC236}">
                <a16:creationId xmlns:a16="http://schemas.microsoft.com/office/drawing/2014/main" id="{C474D8A0-16FB-2542-B1F3-7CA2D129151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12" name="Titre 1">
            <a:extLst>
              <a:ext uri="{FF2B5EF4-FFF2-40B4-BE49-F238E27FC236}">
                <a16:creationId xmlns:a16="http://schemas.microsoft.com/office/drawing/2014/main" id="{4B0EAFBC-1A30-3845-B3FB-9DDCB8086A8B}"/>
              </a:ext>
            </a:extLst>
          </p:cNvPr>
          <p:cNvSpPr>
            <a:spLocks noGrp="1"/>
          </p:cNvSpPr>
          <p:nvPr>
            <p:ph type="title" hasCustomPrompt="1"/>
          </p:nvPr>
        </p:nvSpPr>
        <p:spPr>
          <a:xfrm>
            <a:off x="765737" y="683246"/>
            <a:ext cx="6108399" cy="531097"/>
          </a:xfrm>
        </p:spPr>
        <p:txBody>
          <a:bodyPr>
            <a:noAutofit/>
          </a:bodyPr>
          <a:lstStyle>
            <a:lvl1pPr>
              <a:defRPr sz="2800">
                <a:solidFill>
                  <a:schemeClr val="tx1"/>
                </a:solidFill>
              </a:defRPr>
            </a:lvl1pPr>
          </a:lstStyle>
          <a:p>
            <a:r>
              <a:rPr lang="en-CA"/>
              <a:t>Titre</a:t>
            </a:r>
          </a:p>
        </p:txBody>
      </p:sp>
      <p:sp>
        <p:nvSpPr>
          <p:cNvPr id="13" name="Content Placeholder 20">
            <a:extLst>
              <a:ext uri="{FF2B5EF4-FFF2-40B4-BE49-F238E27FC236}">
                <a16:creationId xmlns:a16="http://schemas.microsoft.com/office/drawing/2014/main" id="{724BBC96-0D1F-2C4D-B3B5-A7EE6A8D87D1}"/>
              </a:ext>
            </a:extLst>
          </p:cNvPr>
          <p:cNvSpPr>
            <a:spLocks noGrp="1"/>
          </p:cNvSpPr>
          <p:nvPr>
            <p:ph sz="quarter" idx="18"/>
          </p:nvPr>
        </p:nvSpPr>
        <p:spPr>
          <a:xfrm>
            <a:off x="766763" y="1704110"/>
            <a:ext cx="6107373" cy="4123253"/>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Arial" pitchFamily="34" charset="0"/>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66784187"/>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act page">
    <p:spTree>
      <p:nvGrpSpPr>
        <p:cNvPr id="1" name=""/>
        <p:cNvGrpSpPr/>
        <p:nvPr/>
      </p:nvGrpSpPr>
      <p:grpSpPr>
        <a:xfrm>
          <a:off x="0" y="0"/>
          <a:ext cx="0" cy="0"/>
          <a:chOff x="0" y="0"/>
          <a:chExt cx="0" cy="0"/>
        </a:xfrm>
      </p:grpSpPr>
      <p:sp>
        <p:nvSpPr>
          <p:cNvPr id="4" name="Picture Placeholder 20">
            <a:extLst>
              <a:ext uri="{FF2B5EF4-FFF2-40B4-BE49-F238E27FC236}">
                <a16:creationId xmlns:a16="http://schemas.microsoft.com/office/drawing/2014/main" id="{CA3CDF8A-556A-3F4E-82A4-A5DA4775BE66}"/>
              </a:ext>
            </a:extLst>
          </p:cNvPr>
          <p:cNvSpPr>
            <a:spLocks noGrp="1" noChangeAspect="1"/>
          </p:cNvSpPr>
          <p:nvPr>
            <p:ph type="pic" sz="quarter" idx="14" hasCustomPrompt="1"/>
          </p:nvPr>
        </p:nvSpPr>
        <p:spPr>
          <a:xfrm>
            <a:off x="782529" y="3941366"/>
            <a:ext cx="1080647" cy="1080000"/>
          </a:xfrm>
          <a:prstGeom prst="rect">
            <a:avLst/>
          </a:prstGeom>
          <a:ln>
            <a:noFill/>
          </a:ln>
        </p:spPr>
        <p:txBody>
          <a:bodyPr lIns="0" tIns="0" rIns="0" bIns="0">
            <a:noAutofit/>
          </a:bodyPr>
          <a:lstStyle>
            <a:lvl1pPr marL="0" indent="0" algn="ctr">
              <a:buNone/>
              <a:defRPr lang="en-GB" sz="11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5" name="Picture Placeholder 20">
            <a:extLst>
              <a:ext uri="{FF2B5EF4-FFF2-40B4-BE49-F238E27FC236}">
                <a16:creationId xmlns:a16="http://schemas.microsoft.com/office/drawing/2014/main" id="{BEE923B2-3662-614C-AEC1-846B00F55FD1}"/>
              </a:ext>
            </a:extLst>
          </p:cNvPr>
          <p:cNvSpPr>
            <a:spLocks noGrp="1" noChangeAspect="1"/>
          </p:cNvSpPr>
          <p:nvPr>
            <p:ph type="pic" sz="quarter" idx="15" hasCustomPrompt="1"/>
          </p:nvPr>
        </p:nvSpPr>
        <p:spPr>
          <a:xfrm>
            <a:off x="6312001" y="3941366"/>
            <a:ext cx="1080647" cy="1080000"/>
          </a:xfrm>
          <a:prstGeom prst="rect">
            <a:avLst/>
          </a:prstGeom>
          <a:ln>
            <a:noFill/>
          </a:ln>
        </p:spPr>
        <p:txBody>
          <a:bodyPr lIns="0" tIns="0" rIns="0" bIns="0">
            <a:noAutofit/>
          </a:bodyPr>
          <a:lstStyle>
            <a:lvl1pPr marL="0" indent="0" algn="ctr">
              <a:buNone/>
              <a:defRPr lang="en-GB" sz="11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6" name="Title Placeholder 1">
            <a:extLst>
              <a:ext uri="{FF2B5EF4-FFF2-40B4-BE49-F238E27FC236}">
                <a16:creationId xmlns:a16="http://schemas.microsoft.com/office/drawing/2014/main" id="{54351994-C110-F943-BA9E-AB717123F9E4}"/>
              </a:ext>
            </a:extLst>
          </p:cNvPr>
          <p:cNvSpPr>
            <a:spLocks noGrp="1"/>
          </p:cNvSpPr>
          <p:nvPr>
            <p:ph type="title" hasCustomPrompt="1"/>
          </p:nvPr>
        </p:nvSpPr>
        <p:spPr>
          <a:xfrm>
            <a:off x="766762" y="2612855"/>
            <a:ext cx="10658475" cy="920750"/>
          </a:xfrm>
          <a:prstGeom prst="rect">
            <a:avLst/>
          </a:prstGeom>
        </p:spPr>
        <p:txBody>
          <a:bodyPr vert="horz" lIns="0" tIns="0" rIns="0" bIns="0" rtlCol="0" anchor="b" anchorCtr="0">
            <a:noAutofit/>
          </a:bodyPr>
          <a:lstStyle>
            <a:lvl1pPr>
              <a:defRPr/>
            </a:lvl1pPr>
          </a:lstStyle>
          <a:p>
            <a:r>
              <a:rPr lang="fr-FR" noProof="0"/>
              <a:t>Modifier le style du titre</a:t>
            </a:r>
            <a:endParaRPr lang="en-US" noProof="0"/>
          </a:p>
        </p:txBody>
      </p:sp>
      <p:sp>
        <p:nvSpPr>
          <p:cNvPr id="7" name="Content Placeholder 20">
            <a:extLst>
              <a:ext uri="{FF2B5EF4-FFF2-40B4-BE49-F238E27FC236}">
                <a16:creationId xmlns:a16="http://schemas.microsoft.com/office/drawing/2014/main" id="{5CCB27AD-C0CD-2C42-B030-26334E078C02}"/>
              </a:ext>
            </a:extLst>
          </p:cNvPr>
          <p:cNvSpPr>
            <a:spLocks noGrp="1"/>
          </p:cNvSpPr>
          <p:nvPr>
            <p:ph sz="quarter" idx="17"/>
          </p:nvPr>
        </p:nvSpPr>
        <p:spPr>
          <a:xfrm>
            <a:off x="2316163" y="3941366"/>
            <a:ext cx="3816350" cy="2151459"/>
          </a:xfrm>
          <a:prstGeom prst="rect">
            <a:avLst/>
          </a:prstGeom>
        </p:spPr>
        <p:txBody>
          <a:bodyPr lIns="0" tIns="0" rIns="0" bIns="0">
            <a:noAutofit/>
          </a:bodyPr>
          <a:lstStyle>
            <a:lvl1pPr marL="0" indent="0">
              <a:spcBef>
                <a:spcPts val="500"/>
              </a:spcBef>
              <a:buClr>
                <a:srgbClr val="000000"/>
              </a:buClr>
              <a:buSzTx/>
              <a:buFont typeface="Arial" pitchFamily="34" charset="0"/>
              <a:buNone/>
              <a:defRPr sz="1600">
                <a:solidFill>
                  <a:schemeClr val="tx1"/>
                </a:solidFill>
                <a:latin typeface="Arial" pitchFamily="34" charset="0"/>
              </a:defRPr>
            </a:lvl1pPr>
            <a:lvl2pPr marL="355600" indent="0">
              <a:spcBef>
                <a:spcPts val="500"/>
              </a:spcBef>
              <a:buClr>
                <a:srgbClr val="000000"/>
              </a:buClr>
              <a:buSzTx/>
              <a:buFont typeface="Arial" pitchFamily="34" charset="0"/>
              <a:buNone/>
              <a:defRPr sz="1400" baseline="0">
                <a:solidFill>
                  <a:schemeClr val="tx1"/>
                </a:solidFill>
                <a:latin typeface="Arial" pitchFamily="34" charset="0"/>
              </a:defRPr>
            </a:lvl2pPr>
            <a:lvl3pPr marL="536575" indent="-273050">
              <a:spcBef>
                <a:spcPts val="500"/>
              </a:spcBef>
              <a:buClr>
                <a:srgbClr val="000000"/>
              </a:buClr>
              <a:buSzTx/>
              <a:buFont typeface="Arial" pitchFamily="34" charset="0"/>
              <a:buChar char="•"/>
              <a:defRPr sz="1400">
                <a:solidFill>
                  <a:schemeClr val="tx1"/>
                </a:solidFill>
                <a:latin typeface="Arial" pitchFamily="34" charset="0"/>
              </a:defRPr>
            </a:lvl3pPr>
            <a:lvl4pPr marL="811213" indent="-274638">
              <a:spcBef>
                <a:spcPts val="500"/>
              </a:spcBef>
              <a:buClr>
                <a:srgbClr val="000000"/>
              </a:buClr>
              <a:buSzTx/>
              <a:buFont typeface="Wingdings" pitchFamily="2" charset="2"/>
              <a:buChar char="§"/>
              <a:defRPr sz="1200">
                <a:solidFill>
                  <a:schemeClr val="tx1"/>
                </a:solidFill>
                <a:latin typeface="Arial" pitchFamily="34" charset="0"/>
              </a:defRPr>
            </a:lvl4pPr>
            <a:lvl5pPr marL="1074738" indent="-263525">
              <a:spcBef>
                <a:spcPts val="500"/>
              </a:spcBef>
              <a:buClr>
                <a:srgbClr val="000000"/>
              </a:buClr>
              <a:buSzTx/>
              <a:buFont typeface="Courier New" panose="02070309020205020404" pitchFamily="49" charset="0"/>
              <a:buChar char="o"/>
              <a:defRPr sz="11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8" name="Content Placeholder 20">
            <a:extLst>
              <a:ext uri="{FF2B5EF4-FFF2-40B4-BE49-F238E27FC236}">
                <a16:creationId xmlns:a16="http://schemas.microsoft.com/office/drawing/2014/main" id="{103CCFC1-1851-B54B-9A3F-03A9AB582882}"/>
              </a:ext>
            </a:extLst>
          </p:cNvPr>
          <p:cNvSpPr>
            <a:spLocks noGrp="1"/>
          </p:cNvSpPr>
          <p:nvPr>
            <p:ph sz="quarter" idx="22"/>
          </p:nvPr>
        </p:nvSpPr>
        <p:spPr>
          <a:xfrm>
            <a:off x="7608888" y="3941366"/>
            <a:ext cx="3816350" cy="2151459"/>
          </a:xfrm>
          <a:prstGeom prst="rect">
            <a:avLst/>
          </a:prstGeom>
        </p:spPr>
        <p:txBody>
          <a:bodyPr lIns="0" tIns="0" rIns="0" bIns="0">
            <a:noAutofit/>
          </a:bodyPr>
          <a:lstStyle>
            <a:lvl1pPr marL="0" indent="0">
              <a:spcBef>
                <a:spcPts val="500"/>
              </a:spcBef>
              <a:buClr>
                <a:schemeClr val="tx1"/>
              </a:buClr>
              <a:buSzTx/>
              <a:buFont typeface="Arial" pitchFamily="34" charset="0"/>
              <a:buNone/>
              <a:defRPr sz="1600">
                <a:solidFill>
                  <a:schemeClr val="tx1"/>
                </a:solidFill>
                <a:latin typeface="Arial" pitchFamily="34" charset="0"/>
              </a:defRPr>
            </a:lvl1pPr>
            <a:lvl2pPr marL="355600" indent="0">
              <a:spcBef>
                <a:spcPts val="500"/>
              </a:spcBef>
              <a:buClr>
                <a:schemeClr val="tx1"/>
              </a:buClr>
              <a:buSzTx/>
              <a:buFont typeface="Arial" pitchFamily="34" charset="0"/>
              <a:buNone/>
              <a:defRPr sz="1400" baseline="0">
                <a:solidFill>
                  <a:schemeClr val="tx1"/>
                </a:solidFill>
                <a:latin typeface="Arial" pitchFamily="34" charset="0"/>
              </a:defRPr>
            </a:lvl2pPr>
            <a:lvl3pPr marL="536575" indent="-273050">
              <a:spcBef>
                <a:spcPts val="500"/>
              </a:spcBef>
              <a:buClr>
                <a:schemeClr val="tx1"/>
              </a:buClr>
              <a:buSzTx/>
              <a:buFont typeface="Arial" pitchFamily="34" charset="0"/>
              <a:buChar char="•"/>
              <a:defRPr sz="1400">
                <a:solidFill>
                  <a:schemeClr val="tx1"/>
                </a:solidFill>
                <a:latin typeface="Arial" pitchFamily="34" charset="0"/>
              </a:defRPr>
            </a:lvl3pPr>
            <a:lvl4pPr marL="811213" indent="-274638">
              <a:spcBef>
                <a:spcPts val="500"/>
              </a:spcBef>
              <a:buClr>
                <a:schemeClr val="tx1"/>
              </a:buClr>
              <a:buSzTx/>
              <a:buFont typeface="Wingdings" pitchFamily="2" charset="2"/>
              <a:buChar char="§"/>
              <a:defRPr sz="1200">
                <a:solidFill>
                  <a:schemeClr val="tx1"/>
                </a:solidFill>
                <a:latin typeface="Arial" pitchFamily="34" charset="0"/>
              </a:defRPr>
            </a:lvl4pPr>
            <a:lvl5pPr marL="1074738" indent="-263525">
              <a:spcBef>
                <a:spcPts val="500"/>
              </a:spcBef>
              <a:buClr>
                <a:schemeClr val="tx1"/>
              </a:buClr>
              <a:buSzTx/>
              <a:buFont typeface="Courier New" panose="02070309020205020404" pitchFamily="49" charset="0"/>
              <a:buChar char="o"/>
              <a:defRPr sz="11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Slide Number Placeholder 5">
            <a:extLst>
              <a:ext uri="{FF2B5EF4-FFF2-40B4-BE49-F238E27FC236}">
                <a16:creationId xmlns:a16="http://schemas.microsoft.com/office/drawing/2014/main" id="{7F0484C1-4630-D247-85B4-84AA33A128E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709469680"/>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age de conclusion pour les présentations de vent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66762" y="1460253"/>
            <a:ext cx="8389938" cy="461665"/>
          </a:xfrm>
        </p:spPr>
        <p:txBody>
          <a:bodyPr wrap="square" lIns="0" tIns="0" rIns="0" bIns="0">
            <a:noAutofit/>
          </a:bodyPr>
          <a:lstStyle>
            <a:lvl1pPr algn="l">
              <a:defRPr sz="3000" baseline="0">
                <a:solidFill>
                  <a:schemeClr val="tx1"/>
                </a:solidFill>
              </a:defRPr>
            </a:lvl1pPr>
          </a:lstStyle>
          <a:p>
            <a:r>
              <a:rPr lang="en-US" noProof="0" err="1"/>
              <a:t>Texte</a:t>
            </a:r>
            <a:endParaRPr lang="en-US" noProof="0"/>
          </a:p>
        </p:txBody>
      </p:sp>
      <p:sp>
        <p:nvSpPr>
          <p:cNvPr id="5" name="Subtitle 2"/>
          <p:cNvSpPr>
            <a:spLocks noGrp="1"/>
          </p:cNvSpPr>
          <p:nvPr>
            <p:ph type="subTitle" idx="1"/>
          </p:nvPr>
        </p:nvSpPr>
        <p:spPr>
          <a:xfrm>
            <a:off x="753138" y="2294587"/>
            <a:ext cx="8403561" cy="702365"/>
          </a:xfrm>
          <a:prstGeom prst="rect">
            <a:avLst/>
          </a:prstGeom>
        </p:spPr>
        <p:txBody>
          <a:bodyPr lIns="0" tIns="0" rIns="0" bIns="0" anchor="t" anchorCtr="0">
            <a:noAutofit/>
          </a:bodyPr>
          <a:lstStyle>
            <a:lvl1pPr marL="0" indent="0" algn="l">
              <a:buNone/>
              <a:defRPr sz="1600">
                <a:solidFill>
                  <a:schemeClr val="tx1"/>
                </a:solidFill>
                <a:latin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8" name="Slide Number Placeholder 5">
            <a:extLst>
              <a:ext uri="{FF2B5EF4-FFF2-40B4-BE49-F238E27FC236}">
                <a16:creationId xmlns:a16="http://schemas.microsoft.com/office/drawing/2014/main" id="{4B92B566-061D-B145-9022-F401D638E73F}"/>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008916510"/>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ernière diapo">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8666CAE6-9220-9D4A-A132-D9F6BA0AB493}"/>
              </a:ext>
            </a:extLst>
          </p:cNvPr>
          <p:cNvSpPr>
            <a:spLocks noGrp="1"/>
          </p:cNvSpPr>
          <p:nvPr>
            <p:ph type="title" hasCustomPrompt="1"/>
          </p:nvPr>
        </p:nvSpPr>
        <p:spPr>
          <a:xfrm>
            <a:off x="766763" y="3285360"/>
            <a:ext cx="4608512" cy="318452"/>
          </a:xfrm>
          <a:prstGeom prst="rect">
            <a:avLst/>
          </a:prstGeom>
        </p:spPr>
        <p:txBody>
          <a:bodyPr vert="horz" lIns="0" tIns="0" rIns="0" bIns="0" rtlCol="0" anchor="t" anchorCtr="0">
            <a:noAutofit/>
          </a:bodyPr>
          <a:lstStyle>
            <a:lvl1pPr>
              <a:defRPr sz="1800" b="1">
                <a:solidFill>
                  <a:schemeClr val="accent1"/>
                </a:solidFill>
              </a:defRPr>
            </a:lvl1pPr>
          </a:lstStyle>
          <a:p>
            <a:r>
              <a:rPr lang="fr-FR" noProof="0"/>
              <a:t>Modifier le style du titre</a:t>
            </a:r>
            <a:endParaRPr lang="en-US" noProof="0"/>
          </a:p>
        </p:txBody>
      </p:sp>
      <p:sp>
        <p:nvSpPr>
          <p:cNvPr id="5" name="Content Placeholder 20">
            <a:extLst>
              <a:ext uri="{FF2B5EF4-FFF2-40B4-BE49-F238E27FC236}">
                <a16:creationId xmlns:a16="http://schemas.microsoft.com/office/drawing/2014/main" id="{85E43662-3308-F34D-B441-CCB9F6406906}"/>
              </a:ext>
            </a:extLst>
          </p:cNvPr>
          <p:cNvSpPr>
            <a:spLocks noGrp="1"/>
          </p:cNvSpPr>
          <p:nvPr>
            <p:ph sz="quarter" idx="17"/>
          </p:nvPr>
        </p:nvSpPr>
        <p:spPr>
          <a:xfrm>
            <a:off x="766762" y="3861360"/>
            <a:ext cx="4608513" cy="2231465"/>
          </a:xfrm>
          <a:prstGeom prst="rect">
            <a:avLst/>
          </a:prstGeom>
        </p:spPr>
        <p:txBody>
          <a:bodyPr lIns="0" tIns="0" rIns="0" bIns="0">
            <a:noAutofit/>
          </a:bodyPr>
          <a:lstStyle>
            <a:lvl1pPr marL="0" indent="0">
              <a:lnSpc>
                <a:spcPct val="110000"/>
              </a:lnSpc>
              <a:spcBef>
                <a:spcPts val="500"/>
              </a:spcBef>
              <a:buClr>
                <a:schemeClr val="tx1"/>
              </a:buClr>
              <a:buSzPct val="110000"/>
              <a:buFont typeface="Arial" pitchFamily="34" charset="0"/>
              <a:buNone/>
              <a:defRPr sz="1200">
                <a:solidFill>
                  <a:schemeClr val="tx1"/>
                </a:solidFill>
                <a:latin typeface="Arial" pitchFamily="34" charset="0"/>
              </a:defRPr>
            </a:lvl1pPr>
            <a:lvl2pPr marL="263525" indent="-263525">
              <a:lnSpc>
                <a:spcPct val="110000"/>
              </a:lnSpc>
              <a:spcBef>
                <a:spcPts val="500"/>
              </a:spcBef>
              <a:buClr>
                <a:schemeClr val="tx1"/>
              </a:buClr>
              <a:buSzPct val="110000"/>
              <a:buFont typeface="Arial" pitchFamily="34" charset="0"/>
              <a:buChar char="•"/>
              <a:defRPr sz="1200" baseline="0">
                <a:solidFill>
                  <a:schemeClr val="tx1"/>
                </a:solidFill>
                <a:latin typeface="Arial" pitchFamily="34" charset="0"/>
              </a:defRPr>
            </a:lvl2pPr>
            <a:lvl3pPr marL="536575" indent="-273050">
              <a:lnSpc>
                <a:spcPct val="110000"/>
              </a:lnSpc>
              <a:spcBef>
                <a:spcPts val="500"/>
              </a:spcBef>
              <a:buClr>
                <a:schemeClr val="tx1"/>
              </a:buClr>
              <a:buSzTx/>
              <a:buFont typeface="Calibri" panose="020F0502020204030204" pitchFamily="34" charset="0"/>
              <a:buChar char="–"/>
              <a:defRPr sz="1100">
                <a:solidFill>
                  <a:schemeClr val="tx1"/>
                </a:solidFill>
                <a:latin typeface="Arial" pitchFamily="34" charset="0"/>
              </a:defRPr>
            </a:lvl3pPr>
            <a:lvl4pPr marL="811213" indent="-274638">
              <a:lnSpc>
                <a:spcPct val="110000"/>
              </a:lnSpc>
              <a:spcBef>
                <a:spcPts val="500"/>
              </a:spcBef>
              <a:buClr>
                <a:schemeClr val="tx1"/>
              </a:buClr>
              <a:buSzPct val="110000"/>
              <a:buFont typeface="Wingdings" pitchFamily="2" charset="2"/>
              <a:buChar char="§"/>
              <a:defRPr sz="1100">
                <a:solidFill>
                  <a:schemeClr val="tx1"/>
                </a:solidFill>
                <a:latin typeface="Arial" pitchFamily="34" charset="0"/>
              </a:defRPr>
            </a:lvl4pPr>
            <a:lvl5pPr marL="1074738" indent="-263525">
              <a:lnSpc>
                <a:spcPct val="110000"/>
              </a:lnSpc>
              <a:spcBef>
                <a:spcPts val="500"/>
              </a:spcBef>
              <a:buClr>
                <a:schemeClr val="tx1"/>
              </a:buClr>
              <a:buSzPct val="110000"/>
              <a:buFont typeface="Courier New" panose="02070309020205020404" pitchFamily="49" charset="0"/>
              <a:buChar char="o"/>
              <a:defRPr sz="11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Image 6">
            <a:extLst>
              <a:ext uri="{FF2B5EF4-FFF2-40B4-BE49-F238E27FC236}">
                <a16:creationId xmlns:a16="http://schemas.microsoft.com/office/drawing/2014/main" id="{10D5FF40-5F2F-E248-AEE7-244AED59849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893300" y="5381505"/>
            <a:ext cx="1549400" cy="720651"/>
          </a:xfrm>
          <a:prstGeom prst="rect">
            <a:avLst/>
          </a:prstGeom>
        </p:spPr>
      </p:pic>
    </p:spTree>
    <p:extLst>
      <p:ext uri="{BB962C8B-B14F-4D97-AF65-F5344CB8AC3E}">
        <p14:creationId xmlns:p14="http://schemas.microsoft.com/office/powerpoint/2010/main" val="1128392805"/>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Title slide –  Layout 3B">
    <p:spTree>
      <p:nvGrpSpPr>
        <p:cNvPr id="1" name=""/>
        <p:cNvGrpSpPr/>
        <p:nvPr/>
      </p:nvGrpSpPr>
      <p:grpSpPr>
        <a:xfrm>
          <a:off x="0" y="0"/>
          <a:ext cx="0" cy="0"/>
          <a:chOff x="0" y="0"/>
          <a:chExt cx="0" cy="0"/>
        </a:xfrm>
      </p:grpSpPr>
      <p:sp>
        <p:nvSpPr>
          <p:cNvPr id="9" name="Espace réservé du texte 7">
            <a:extLst>
              <a:ext uri="{FF2B5EF4-FFF2-40B4-BE49-F238E27FC236}">
                <a16:creationId xmlns:a16="http://schemas.microsoft.com/office/drawing/2014/main" id="{5CD6B7C3-552A-1644-82F4-B1B9359D14C0}"/>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200" b="0"/>
            </a:lvl1pPr>
          </a:lstStyle>
          <a:p>
            <a:pPr lvl="0"/>
            <a:r>
              <a:rPr lang="en-CA"/>
              <a:t>Name, role</a:t>
            </a:r>
            <a:br>
              <a:rPr lang="en-CA"/>
            </a:br>
            <a:r>
              <a:rPr lang="en-CA"/>
              <a:t>Date</a:t>
            </a:r>
          </a:p>
        </p:txBody>
      </p:sp>
      <p:pic>
        <p:nvPicPr>
          <p:cNvPr id="10" name="Image 9">
            <a:extLst>
              <a:ext uri="{FF2B5EF4-FFF2-40B4-BE49-F238E27FC236}">
                <a16:creationId xmlns:a16="http://schemas.microsoft.com/office/drawing/2014/main" id="{F651954F-2676-5244-99E5-686FBF8B3F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66763" y="5372174"/>
            <a:ext cx="1549400" cy="720651"/>
          </a:xfrm>
          <a:prstGeom prst="rect">
            <a:avLst/>
          </a:prstGeom>
        </p:spPr>
      </p:pic>
      <p:sp>
        <p:nvSpPr>
          <p:cNvPr id="3" name="Slide Number Placeholder 5">
            <a:extLst>
              <a:ext uri="{FF2B5EF4-FFF2-40B4-BE49-F238E27FC236}">
                <a16:creationId xmlns:a16="http://schemas.microsoft.com/office/drawing/2014/main" id="{0EF06289-C77A-1205-528B-75177C7CC629}"/>
              </a:ext>
            </a:extLst>
          </p:cNvPr>
          <p:cNvSpPr>
            <a:spLocks noGrp="1"/>
          </p:cNvSpPr>
          <p:nvPr>
            <p:ph type="sldNum" sz="quarter" idx="4"/>
          </p:nvPr>
        </p:nvSpPr>
        <p:spPr>
          <a:xfrm>
            <a:off x="11163034" y="6364800"/>
            <a:ext cx="261660" cy="136800"/>
          </a:xfrm>
          <a:prstGeom prst="rect">
            <a:avLst/>
          </a:prstGeom>
        </p:spPr>
        <p:txBody>
          <a:bodyPr wrap="square" lIns="0" tIns="0" rIns="0" bIns="0" anchor="t" anchorCtr="0">
            <a:noAutofit/>
          </a:bodyPr>
          <a:lstStyle>
            <a:lvl1pPr algn="r">
              <a:defRPr lang="en-GB" sz="900" kern="1200" noProof="0" dirty="0" smtClean="0">
                <a:solidFill>
                  <a:schemeClr val="tx1"/>
                </a:solidFill>
                <a:latin typeface="+mn-lt"/>
                <a:ea typeface="+mn-ea"/>
                <a:cs typeface="Arial" pitchFamily="34" charset="0"/>
              </a:defRPr>
            </a:lvl1pPr>
          </a:lstStyle>
          <a:p>
            <a:fld id="{525A3C56-E491-49B2-93F3-63532DF516BC}" type="slidenum">
              <a:rPr lang="en-CA" smtClean="0"/>
              <a:pPr/>
              <a:t>‹N°›</a:t>
            </a:fld>
            <a:endParaRPr lang="en-CA"/>
          </a:p>
        </p:txBody>
      </p:sp>
      <p:sp>
        <p:nvSpPr>
          <p:cNvPr id="14" name="Picture Placeholder 13">
            <a:extLst>
              <a:ext uri="{FF2B5EF4-FFF2-40B4-BE49-F238E27FC236}">
                <a16:creationId xmlns:a16="http://schemas.microsoft.com/office/drawing/2014/main" id="{2A89A544-7E3A-55A6-AD44-31A6195AC2A9}"/>
              </a:ext>
            </a:extLst>
          </p:cNvPr>
          <p:cNvSpPr>
            <a:spLocks noGrp="1"/>
          </p:cNvSpPr>
          <p:nvPr>
            <p:ph type="pic" sz="quarter" idx="16"/>
          </p:nvPr>
        </p:nvSpPr>
        <p:spPr>
          <a:xfrm>
            <a:off x="6096000"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fr-FR"/>
              <a:t>Cliquez sur l'icône pour ajouter une image</a:t>
            </a:r>
            <a:endParaRPr lang="en-GB"/>
          </a:p>
        </p:txBody>
      </p:sp>
      <p:sp>
        <p:nvSpPr>
          <p:cNvPr id="15" name="Rectangle 14">
            <a:extLst>
              <a:ext uri="{FF2B5EF4-FFF2-40B4-BE49-F238E27FC236}">
                <a16:creationId xmlns:a16="http://schemas.microsoft.com/office/drawing/2014/main" id="{48A459BA-C21D-A0F0-4572-D8390AC3AACA}"/>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2" name="Title Placeholder 1">
            <a:extLst>
              <a:ext uri="{FF2B5EF4-FFF2-40B4-BE49-F238E27FC236}">
                <a16:creationId xmlns:a16="http://schemas.microsoft.com/office/drawing/2014/main" id="{C1ED5AED-66AE-DFD5-5050-3C30BEB0F3D4}"/>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marL="0" indent="0">
              <a:lnSpc>
                <a:spcPts val="5800"/>
              </a:lnSpc>
              <a:defRPr sz="5400"/>
            </a:lvl1pPr>
          </a:lstStyle>
          <a:p>
            <a:r>
              <a:rPr lang="en-US" noProof="0"/>
              <a:t>Title slide </a:t>
            </a:r>
            <a:br>
              <a:rPr lang="en-US" noProof="0"/>
            </a:br>
            <a:r>
              <a:rPr lang="en-US" noProof="0"/>
              <a:t>Click to add title</a:t>
            </a:r>
          </a:p>
        </p:txBody>
      </p:sp>
      <p:sp>
        <p:nvSpPr>
          <p:cNvPr id="7" name="Freeform 6" descr="CGI cornerstone">
            <a:extLst>
              <a:ext uri="{FF2B5EF4-FFF2-40B4-BE49-F238E27FC236}">
                <a16:creationId xmlns:a16="http://schemas.microsoft.com/office/drawing/2014/main" id="{7364B7F8-26AC-E1A6-E45B-B78313EF672A}"/>
              </a:ext>
              <a:ext uri="{C183D7F6-B498-43B3-948B-1728B52AA6E4}">
                <adec:decorative xmlns:adec="http://schemas.microsoft.com/office/drawing/2017/decorative" val="0"/>
              </a:ext>
            </a:extLst>
          </p:cNvPr>
          <p:cNvSpPr>
            <a:spLocks/>
          </p:cNvSpPr>
          <p:nvPr userDrawn="1"/>
        </p:nvSpPr>
        <p:spPr bwMode="auto">
          <a:xfrm rot="16200000" flipH="1">
            <a:off x="6095999"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6000">
                <a:srgbClr val="FF6A00"/>
              </a:gs>
              <a:gs pos="33000">
                <a:srgbClr val="E31937"/>
              </a:gs>
              <a:gs pos="0">
                <a:srgbClr val="991F3D"/>
              </a:gs>
              <a:gs pos="10000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2019728063"/>
      </p:ext>
    </p:extLst>
  </p:cSld>
  <p:clrMapOvr>
    <a:masterClrMapping/>
  </p:clrMapOvr>
  <p:extLst>
    <p:ext uri="{DCECCB84-F9BA-43D5-87BE-67443E8EF086}">
      <p15:sldGuideLst xmlns:p15="http://schemas.microsoft.com/office/powerpoint/2012/main">
        <p15:guide id="3" pos="7673">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6763" y="682513"/>
            <a:ext cx="10658475" cy="936625"/>
          </a:xfrm>
          <a:prstGeom prst="rect">
            <a:avLst/>
          </a:prstGeom>
        </p:spPr>
        <p:txBody>
          <a:bodyPr vert="horz" lIns="0" tIns="0" rIns="0" bIns="0" rtlCol="0" anchor="t" anchorCtr="0">
            <a:normAutofit/>
          </a:bodyPr>
          <a:lstStyle/>
          <a:p>
            <a:r>
              <a:rPr lang="fr-CA" noProof="0"/>
              <a:t>Titre</a:t>
            </a:r>
            <a:endParaRPr lang="en-CA" noProof="0"/>
          </a:p>
        </p:txBody>
      </p:sp>
      <p:sp>
        <p:nvSpPr>
          <p:cNvPr id="90" name="Slide Number Placeholder 5"/>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dirty="0"/>
          </a:p>
        </p:txBody>
      </p:sp>
      <p:sp>
        <p:nvSpPr>
          <p:cNvPr id="96" name="TextBox 95" descr="Copyright_box&#10;"/>
          <p:cNvSpPr txBox="1"/>
          <p:nvPr userDrawn="1"/>
        </p:nvSpPr>
        <p:spPr bwMode="auto">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dirty="0">
                <a:latin typeface="+mn-lt"/>
              </a:rPr>
              <a:t>© 2026 CGI inc.</a:t>
            </a:r>
            <a:endParaRPr lang="en-CA" sz="1000" b="0" i="0" u="none" dirty="0">
              <a:solidFill>
                <a:schemeClr val="tx1"/>
              </a:solidFill>
              <a:latin typeface="+mn-lt"/>
              <a:cs typeface="Arial" pitchFamily="34" charset="0"/>
            </a:endParaRPr>
          </a:p>
        </p:txBody>
      </p:sp>
      <p:sp>
        <p:nvSpPr>
          <p:cNvPr id="101" name="TextBox 100" descr="CONFIDENTIAL_TAG_0xFFEE"/>
          <p:cNvSpPr txBox="1"/>
          <p:nvPr userDrawn="1"/>
        </p:nvSpPr>
        <p:spPr bwMode="auto">
          <a:xfrm>
            <a:off x="9100382" y="6273302"/>
            <a:ext cx="1439604" cy="169200"/>
          </a:xfrm>
          <a:prstGeom prst="rect">
            <a:avLst/>
          </a:prstGeom>
          <a:noFill/>
          <a:ln w="9525" algn="ctr">
            <a:noFill/>
            <a:miter lim="800000"/>
          </a:ln>
          <a:effectLst>
            <a:glow>
              <a:srgbClr val="000000"/>
            </a:glow>
          </a:effectLst>
        </p:spPr>
        <p:txBody>
          <a:bodyPr vert="horz" wrap="square" lIns="0" tIns="0" rIns="0" bIns="0" rtlCol="0">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CA" sz="1000" b="0" i="0" u="none" strike="noStrike" kern="1200" cap="none" spc="0" normalizeH="0" baseline="0" noProof="0">
              <a:ln>
                <a:noFill/>
              </a:ln>
              <a:solidFill>
                <a:schemeClr val="tx1"/>
              </a:solidFill>
              <a:effectLst/>
              <a:uLnTx/>
              <a:uFillTx/>
              <a:latin typeface="+mn-lt"/>
              <a:ea typeface="+mn-ea"/>
              <a:cs typeface="Arial" pitchFamily="34" charset="0"/>
            </a:endParaRPr>
          </a:p>
        </p:txBody>
      </p:sp>
    </p:spTree>
  </p:cSld>
  <p:clrMap bg1="lt1" tx1="dk1" bg2="lt2" tx2="dk2" accent1="accent1" accent2="accent2" accent3="accent3" accent4="accent4" accent5="accent5" accent6="accent6" hlink="hlink" folHlink="folHlink"/>
  <p:sldLayoutIdLst>
    <p:sldLayoutId id="2147483670" r:id="rId1"/>
    <p:sldLayoutId id="2147483861" r:id="rId2"/>
    <p:sldLayoutId id="2147483745" r:id="rId3"/>
    <p:sldLayoutId id="2147483771" r:id="rId4"/>
    <p:sldLayoutId id="2147483818" r:id="rId5"/>
    <p:sldLayoutId id="2147483826" r:id="rId6"/>
    <p:sldLayoutId id="2147483849" r:id="rId7"/>
    <p:sldLayoutId id="2147483858" r:id="rId8"/>
    <p:sldLayoutId id="2147483754" r:id="rId9"/>
    <p:sldLayoutId id="2147483760" r:id="rId10"/>
    <p:sldLayoutId id="2147483862" r:id="rId11"/>
    <p:sldLayoutId id="2147483863" r:id="rId12"/>
    <p:sldLayoutId id="2147483775" r:id="rId13"/>
    <p:sldLayoutId id="2147483746" r:id="rId14"/>
    <p:sldLayoutId id="2147483762" r:id="rId15"/>
    <p:sldLayoutId id="2147483764" r:id="rId16"/>
    <p:sldLayoutId id="2147483770" r:id="rId17"/>
    <p:sldLayoutId id="2147483821" r:id="rId18"/>
    <p:sldLayoutId id="2147483822" r:id="rId19"/>
    <p:sldLayoutId id="2147483823" r:id="rId20"/>
    <p:sldLayoutId id="2147483824" r:id="rId21"/>
    <p:sldLayoutId id="2147483825" r:id="rId22"/>
    <p:sldLayoutId id="2147483833" r:id="rId23"/>
    <p:sldLayoutId id="2147483830" r:id="rId24"/>
    <p:sldLayoutId id="2147483831" r:id="rId25"/>
    <p:sldLayoutId id="2147483747" r:id="rId26"/>
    <p:sldLayoutId id="2147483819" r:id="rId27"/>
    <p:sldLayoutId id="2147483693" r:id="rId28"/>
    <p:sldLayoutId id="2147483834" r:id="rId29"/>
    <p:sldLayoutId id="2147483774" r:id="rId30"/>
    <p:sldLayoutId id="2147483778" r:id="rId31"/>
    <p:sldLayoutId id="2147483820" r:id="rId32"/>
    <p:sldLayoutId id="2147483829" r:id="rId33"/>
    <p:sldLayoutId id="2147483832" r:id="rId34"/>
    <p:sldLayoutId id="2147483835" r:id="rId35"/>
    <p:sldLayoutId id="2147483809" r:id="rId36"/>
    <p:sldLayoutId id="2147483811" r:id="rId37"/>
    <p:sldLayoutId id="2147483813" r:id="rId38"/>
    <p:sldLayoutId id="2147483755" r:id="rId39"/>
    <p:sldLayoutId id="2147483744" r:id="rId40"/>
    <p:sldLayoutId id="2147483753" r:id="rId41"/>
    <p:sldLayoutId id="2147483836" r:id="rId42"/>
    <p:sldLayoutId id="2147483815" r:id="rId43"/>
    <p:sldLayoutId id="2147483828" r:id="rId44"/>
    <p:sldLayoutId id="2147483874" r:id="rId45"/>
  </p:sldLayoutIdLst>
  <p:transition/>
  <p:hf hdr="0" ftr="0" dt="0"/>
  <p:txStyles>
    <p:titleStyle>
      <a:lvl1pPr algn="l" defTabSz="914400" rtl="0" eaLnBrk="1" latinLnBrk="0" hangingPunct="1">
        <a:spcBef>
          <a:spcPct val="0"/>
        </a:spcBef>
        <a:buNone/>
        <a:defRPr sz="2800" kern="1200">
          <a:solidFill>
            <a:schemeClr val="tx1"/>
          </a:solidFill>
          <a:latin typeface="Arial" pitchFamily="34"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63">
          <p15:clr>
            <a:srgbClr val="F26B43"/>
          </p15:clr>
        </p15:guide>
        <p15:guide id="4" orient="horz" pos="3838">
          <p15:clr>
            <a:srgbClr val="F26B43"/>
          </p15:clr>
        </p15:guide>
        <p15:guide id="11" pos="7197">
          <p15:clr>
            <a:srgbClr val="F26B43"/>
          </p15:clr>
        </p15:guide>
        <p15:guide id="12" pos="7680">
          <p15:clr>
            <a:srgbClr val="F26B43"/>
          </p15:clr>
        </p15:guide>
        <p15:guide id="13" pos="6720">
          <p15:clr>
            <a:srgbClr val="F26B43"/>
          </p15:clr>
        </p15:guide>
        <p15:guide id="14" pos="6244">
          <p15:clr>
            <a:srgbClr val="F26B43"/>
          </p15:clr>
        </p15:guide>
        <p15:guide id="19">
          <p15:clr>
            <a:srgbClr val="F26B43"/>
          </p15:clr>
        </p15:guide>
        <p15:guide id="20" pos="483">
          <p15:clr>
            <a:srgbClr val="F26B43"/>
          </p15:clr>
        </p15:guide>
        <p15:guide id="22" orient="horz" pos="482">
          <p15:clr>
            <a:srgbClr val="F26B43"/>
          </p15:clr>
        </p15:guide>
        <p15:guide id="23" pos="5768">
          <p15:clr>
            <a:srgbClr val="F26B43"/>
          </p15:clr>
        </p15:guide>
        <p15:guide id="24" pos="5292">
          <p15:clr>
            <a:srgbClr val="F26B43"/>
          </p15:clr>
        </p15:guide>
        <p15:guide id="25" pos="4793">
          <p15:clr>
            <a:srgbClr val="F26B43"/>
          </p15:clr>
        </p15:guide>
        <p15:guide id="26" pos="4339">
          <p15:clr>
            <a:srgbClr val="F26B43"/>
          </p15:clr>
        </p15:guide>
        <p15:guide id="27" pos="3386">
          <p15:clr>
            <a:srgbClr val="F26B43"/>
          </p15:clr>
        </p15:guide>
        <p15:guide id="28" pos="2887">
          <p15:clr>
            <a:srgbClr val="F26B43"/>
          </p15:clr>
        </p15:guide>
        <p15:guide id="29" pos="2411">
          <p15:clr>
            <a:srgbClr val="F26B43"/>
          </p15:clr>
        </p15:guide>
        <p15:guide id="30" pos="1935">
          <p15:clr>
            <a:srgbClr val="F26B43"/>
          </p15:clr>
        </p15:guide>
        <p15:guide id="31" pos="1459">
          <p15:clr>
            <a:srgbClr val="F26B43"/>
          </p15:clr>
        </p15:guide>
        <p15:guide id="32" pos="982">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18/10/relationships/comments" Target="../comments/modernComment_7FFFD157_2C50AF3B.xml"/><Relationship Id="rId2" Type="http://schemas.openxmlformats.org/officeDocument/2006/relationships/notesSlide" Target="../notesSlides/notesSlide1.xml"/><Relationship Id="rId1" Type="http://schemas.openxmlformats.org/officeDocument/2006/relationships/slideLayout" Target="../slideLayouts/slideLayout45.xml"/><Relationship Id="rId6" Type="http://schemas.openxmlformats.org/officeDocument/2006/relationships/image" Target="../media/image4.png"/><Relationship Id="rId5" Type="http://schemas.openxmlformats.org/officeDocument/2006/relationships/hyperlink" Target="https://brand.cgi.com/content/index/guid/image_library?parent=52" TargetMode="Externa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18/10/relationships/comments" Target="../comments/modernComment_7FFFD1E7_7B7465CA.xml"/><Relationship Id="rId2" Type="http://schemas.openxmlformats.org/officeDocument/2006/relationships/notesSlide" Target="../notesSlides/notesSlide5.xml"/><Relationship Id="rId1" Type="http://schemas.openxmlformats.org/officeDocument/2006/relationships/slideLayout" Target="../slideLayouts/slideLayout31.xml"/><Relationship Id="rId5" Type="http://schemas.openxmlformats.org/officeDocument/2006/relationships/image" Target="../media/image8.jpe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7FFFD1EC_C05431FE.xml"/><Relationship Id="rId2" Type="http://schemas.openxmlformats.org/officeDocument/2006/relationships/notesSlide" Target="../notesSlides/notesSlide15.xml"/><Relationship Id="rId1" Type="http://schemas.openxmlformats.org/officeDocument/2006/relationships/slideLayout" Target="../slideLayouts/slideLayout31.xml"/><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3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1.xml"/><Relationship Id="rId1" Type="http://schemas.openxmlformats.org/officeDocument/2006/relationships/tags" Target="../tags/tag4.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notesSlide" Target="../notesSlides/notesSlide21.xml"/><Relationship Id="rId7" Type="http://schemas.openxmlformats.org/officeDocument/2006/relationships/image" Target="../media/image18.png"/><Relationship Id="rId2" Type="http://schemas.openxmlformats.org/officeDocument/2006/relationships/slideLayout" Target="../slideLayouts/slideLayout31.xml"/><Relationship Id="rId1" Type="http://schemas.openxmlformats.org/officeDocument/2006/relationships/tags" Target="../tags/tag5.xml"/><Relationship Id="rId6" Type="http://schemas.openxmlformats.org/officeDocument/2006/relationships/image" Target="../media/image17.png"/><Relationship Id="rId5" Type="http://schemas.openxmlformats.org/officeDocument/2006/relationships/image" Target="../media/image16.png"/><Relationship Id="rId4" Type="http://schemas.microsoft.com/office/2018/10/relationships/comments" Target="../comments/modernComment_7FFFD1F2_54CCC37C.xml"/><Relationship Id="rId9"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1.xml"/><Relationship Id="rId1" Type="http://schemas.openxmlformats.org/officeDocument/2006/relationships/tags" Target="../tags/tag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31.xml"/><Relationship Id="rId5" Type="http://schemas.openxmlformats.org/officeDocument/2006/relationships/image" Target="../media/image6.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3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31.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3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1.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31.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2.xml"/><Relationship Id="rId1" Type="http://schemas.openxmlformats.org/officeDocument/2006/relationships/slideLayout" Target="../slideLayouts/slideLayout31.xml"/></Relationships>
</file>

<file path=ppt/slides/_rels/slide3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3.xml"/><Relationship Id="rId1" Type="http://schemas.openxmlformats.org/officeDocument/2006/relationships/slideLayout" Target="../slideLayouts/slideLayout31.xml"/><Relationship Id="rId5" Type="http://schemas.openxmlformats.org/officeDocument/2006/relationships/image" Target="../media/image28.jpeg"/><Relationship Id="rId4" Type="http://schemas.openxmlformats.org/officeDocument/2006/relationships/image" Target="../media/image27.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3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31.xml"/><Relationship Id="rId5" Type="http://schemas.openxmlformats.org/officeDocument/2006/relationships/image" Target="../media/image36.png"/><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3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1.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9.xml"/><Relationship Id="rId1" Type="http://schemas.openxmlformats.org/officeDocument/2006/relationships/slideLayout" Target="../slideLayouts/slideLayout31.xml"/><Relationship Id="rId5" Type="http://schemas.openxmlformats.org/officeDocument/2006/relationships/image" Target="../media/image40.png"/><Relationship Id="rId4" Type="http://schemas.openxmlformats.org/officeDocument/2006/relationships/image" Target="../media/image39.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1.xml"/></Relationships>
</file>

<file path=ppt/slides/_rels/slide42.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42.xml"/><Relationship Id="rId1" Type="http://schemas.openxmlformats.org/officeDocument/2006/relationships/slideLayout" Target="../slideLayouts/slideLayout3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1.xml"/></Relationships>
</file>

<file path=ppt/slides/_rels/slide4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5.xml"/><Relationship Id="rId1" Type="http://schemas.openxmlformats.org/officeDocument/2006/relationships/slideLayout" Target="../slideLayouts/slideLayout3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jpeg"/></Relationships>
</file>

<file path=ppt/slides/_rels/slide46.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46.xml"/><Relationship Id="rId1" Type="http://schemas.openxmlformats.org/officeDocument/2006/relationships/slideLayout" Target="../slideLayouts/slideLayout3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F51A82E8-88FD-50C8-0917-572B16B6110A}"/>
              </a:ext>
              <a:ext uri="{C183D7F6-B498-43B3-948B-1728B52AA6E4}">
                <adec:decorative xmlns:adec="http://schemas.microsoft.com/office/drawing/2017/decorative" val="1"/>
              </a:ext>
            </a:extLst>
          </p:cNvPr>
          <p:cNvPicPr>
            <a:picLocks noGrp="1" noChangeAspect="1"/>
          </p:cNvPicPr>
          <p:nvPr>
            <p:ph type="pic" sz="quarter" idx="16"/>
          </p:nvPr>
        </p:nvPicPr>
        <p:blipFill>
          <a:blip r:embed="rId4">
            <a:extLst>
              <a:ext uri="{28A0092B-C50C-407E-A947-70E740481C1C}">
                <a14:useLocalDpi xmlns:a14="http://schemas.microsoft.com/office/drawing/2010/main" val="0"/>
              </a:ext>
            </a:extLst>
          </a:blip>
          <a:srcRect l="16639" r="16639"/>
          <a:stretch/>
        </p:blipFill>
        <p:spPr>
          <a:scene3d>
            <a:camera prst="orthographicFront">
              <a:rot lat="0" lon="1080000" rev="0"/>
            </a:camera>
            <a:lightRig rig="threePt" dir="t"/>
          </a:scene3d>
        </p:spPr>
      </p:pic>
      <p:sp>
        <p:nvSpPr>
          <p:cNvPr id="19" name="Title 18">
            <a:extLst>
              <a:ext uri="{FF2B5EF4-FFF2-40B4-BE49-F238E27FC236}">
                <a16:creationId xmlns:a16="http://schemas.microsoft.com/office/drawing/2014/main" id="{B8ABBC8E-8CE4-A8AD-D6FB-4D0C677CA46A}"/>
              </a:ext>
            </a:extLst>
          </p:cNvPr>
          <p:cNvSpPr>
            <a:spLocks noGrp="1"/>
          </p:cNvSpPr>
          <p:nvPr>
            <p:ph type="title"/>
          </p:nvPr>
        </p:nvSpPr>
        <p:spPr>
          <a:xfrm>
            <a:off x="765288" y="1492716"/>
            <a:ext cx="5013579" cy="2907792"/>
          </a:xfrm>
        </p:spPr>
        <p:txBody>
          <a:bodyPr/>
          <a:lstStyle/>
          <a:p>
            <a:r>
              <a:rPr lang="fr-FR" noProof="0" dirty="0"/>
              <a:t>Polytech Nancy</a:t>
            </a:r>
            <a:br>
              <a:rPr lang="fr-FR" noProof="0" dirty="0"/>
            </a:br>
            <a:br>
              <a:rPr lang="fr-FR" noProof="0" dirty="0"/>
            </a:br>
            <a:r>
              <a:rPr lang="fr-FR" sz="4400" i="1" noProof="0" dirty="0">
                <a:solidFill>
                  <a:srgbClr val="5236AB"/>
                </a:solidFill>
              </a:rPr>
              <a:t>CM </a:t>
            </a:r>
            <a:r>
              <a:rPr lang="fr-FR" sz="4400" i="1" dirty="0">
                <a:solidFill>
                  <a:srgbClr val="5236AB"/>
                </a:solidFill>
              </a:rPr>
              <a:t>2</a:t>
            </a:r>
            <a:r>
              <a:rPr lang="fr-FR" sz="4400" i="1" noProof="0" dirty="0">
                <a:solidFill>
                  <a:srgbClr val="5236AB"/>
                </a:solidFill>
              </a:rPr>
              <a:t> – Clean code, architecture, base de données </a:t>
            </a:r>
            <a:endParaRPr lang="fr-FR" i="1" noProof="0" dirty="0">
              <a:solidFill>
                <a:srgbClr val="5236AB"/>
              </a:solidFill>
            </a:endParaRPr>
          </a:p>
        </p:txBody>
      </p:sp>
      <p:sp>
        <p:nvSpPr>
          <p:cNvPr id="12" name="Brand tip" descr="Note regarding updating the slide image.  To update this graphic device image, delete the current image and then click on the Image icon to change to a new picture located on your computer. &#10;Additional graphic device images are available in the image library of Brand Source at https://brand.cgi.com/ (filter graphic device).  &#10;Remove this note prior to distribution. ">
            <a:extLst>
              <a:ext uri="{FF2B5EF4-FFF2-40B4-BE49-F238E27FC236}">
                <a16:creationId xmlns:a16="http://schemas.microsoft.com/office/drawing/2014/main" id="{2F7A3D0A-131E-F004-D1A3-37D009C3A8CC}"/>
              </a:ext>
              <a:ext uri="{C183D7F6-B498-43B3-948B-1728B52AA6E4}">
                <adec:decorative xmlns:adec="http://schemas.microsoft.com/office/drawing/2017/decorative" val="0"/>
              </a:ext>
            </a:extLst>
          </p:cNvPr>
          <p:cNvSpPr txBox="1"/>
          <p:nvPr/>
        </p:nvSpPr>
        <p:spPr bwMode="auto">
          <a:xfrm>
            <a:off x="12399902" y="0"/>
            <a:ext cx="2190741" cy="1492716"/>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a:spcAft>
                <a:spcPts val="600"/>
              </a:spcAft>
            </a:pPr>
            <a:r>
              <a:rPr lang="fr-FR" sz="1400" b="1" noProof="0" dirty="0">
                <a:solidFill>
                  <a:schemeClr val="accent4"/>
                </a:solidFill>
                <a:cs typeface="Arial" pitchFamily="34" charset="0"/>
              </a:rPr>
              <a:t>Brand tip</a:t>
            </a:r>
          </a:p>
          <a:p>
            <a:pPr>
              <a:spcAft>
                <a:spcPts val="600"/>
              </a:spcAft>
            </a:pPr>
            <a:r>
              <a:rPr lang="fr-FR" sz="1200" noProof="0" dirty="0">
                <a:cs typeface="Arial" pitchFamily="34" charset="0"/>
              </a:rPr>
              <a:t>Replace </a:t>
            </a:r>
            <a:r>
              <a:rPr lang="fr-FR" sz="1200" noProof="0" dirty="0" err="1">
                <a:cs typeface="Arial" pitchFamily="34" charset="0"/>
              </a:rPr>
              <a:t>this</a:t>
            </a:r>
            <a:r>
              <a:rPr lang="fr-FR" sz="1200" noProof="0" dirty="0">
                <a:cs typeface="Arial" pitchFamily="34" charset="0"/>
              </a:rPr>
              <a:t> image </a:t>
            </a:r>
            <a:r>
              <a:rPr lang="fr-FR" sz="1200" noProof="0" dirty="0" err="1">
                <a:cs typeface="Arial" pitchFamily="34" charset="0"/>
              </a:rPr>
              <a:t>with</a:t>
            </a:r>
            <a:r>
              <a:rPr lang="fr-FR" sz="1200" noProof="0" dirty="0">
                <a:cs typeface="Arial" pitchFamily="34" charset="0"/>
              </a:rPr>
              <a:t> an </a:t>
            </a:r>
            <a:r>
              <a:rPr lang="fr-FR" sz="1200" b="1" noProof="0" dirty="0">
                <a:cs typeface="Arial" pitchFamily="34" charset="0"/>
              </a:rPr>
              <a:t>original image</a:t>
            </a:r>
            <a:r>
              <a:rPr lang="fr-FR" sz="1200" noProof="0" dirty="0">
                <a:cs typeface="Arial" pitchFamily="34" charset="0"/>
              </a:rPr>
              <a:t> </a:t>
            </a:r>
            <a:r>
              <a:rPr lang="fr-FR" sz="1200" noProof="0" dirty="0" err="1">
                <a:cs typeface="Arial" pitchFamily="34" charset="0"/>
              </a:rPr>
              <a:t>from</a:t>
            </a:r>
            <a:r>
              <a:rPr lang="fr-FR" sz="1200" noProof="0" dirty="0">
                <a:cs typeface="Arial" pitchFamily="34" charset="0"/>
              </a:rPr>
              <a:t> the </a:t>
            </a:r>
            <a:r>
              <a:rPr lang="fr-FR" sz="1200" b="1" noProof="0" dirty="0">
                <a:solidFill>
                  <a:schemeClr val="accent4"/>
                </a:solidFill>
                <a:cs typeface="Arial" pitchFamily="34" charset="0"/>
                <a:hlinkClick r:id="rId5"/>
              </a:rPr>
              <a:t>image </a:t>
            </a:r>
            <a:r>
              <a:rPr lang="fr-FR" sz="1200" b="1" noProof="0" dirty="0" err="1">
                <a:solidFill>
                  <a:schemeClr val="accent4"/>
                </a:solidFill>
                <a:cs typeface="Arial" pitchFamily="34" charset="0"/>
                <a:hlinkClick r:id="rId5"/>
              </a:rPr>
              <a:t>library</a:t>
            </a:r>
            <a:r>
              <a:rPr lang="fr-FR" sz="1200" noProof="0" dirty="0">
                <a:cs typeface="Arial" pitchFamily="34" charset="0"/>
              </a:rPr>
              <a:t>.</a:t>
            </a:r>
            <a:br>
              <a:rPr lang="fr-FR" sz="1200" b="1" noProof="0" dirty="0">
                <a:solidFill>
                  <a:schemeClr val="accent4"/>
                </a:solidFill>
                <a:cs typeface="Arial" pitchFamily="34" charset="0"/>
              </a:rPr>
            </a:br>
            <a:br>
              <a:rPr lang="fr-FR" sz="1200" b="1" noProof="0" dirty="0">
                <a:solidFill>
                  <a:schemeClr val="accent4"/>
                </a:solidFill>
                <a:cs typeface="Arial" pitchFamily="34" charset="0"/>
              </a:rPr>
            </a:br>
            <a:r>
              <a:rPr lang="fr-FR" sz="1200" b="1" noProof="0" dirty="0">
                <a:solidFill>
                  <a:schemeClr val="accent4"/>
                </a:solidFill>
                <a:cs typeface="Arial" pitchFamily="34" charset="0"/>
              </a:rPr>
              <a:t>DO NOT </a:t>
            </a:r>
            <a:r>
              <a:rPr lang="fr-FR" sz="1200" b="1" noProof="0" dirty="0">
                <a:cs typeface="Arial" pitchFamily="34" charset="0"/>
              </a:rPr>
              <a:t>use a </a:t>
            </a:r>
            <a:r>
              <a:rPr lang="fr-FR" sz="1200" b="1" noProof="0" dirty="0" err="1">
                <a:cs typeface="Arial" pitchFamily="34" charset="0"/>
              </a:rPr>
              <a:t>cornerstone</a:t>
            </a:r>
            <a:r>
              <a:rPr lang="fr-FR" sz="1200" b="1" noProof="0" dirty="0">
                <a:cs typeface="Arial" pitchFamily="34" charset="0"/>
              </a:rPr>
              <a:t> image </a:t>
            </a:r>
            <a:r>
              <a:rPr lang="fr-FR" sz="1200" b="1" noProof="0" dirty="0" err="1">
                <a:cs typeface="Arial" pitchFamily="34" charset="0"/>
              </a:rPr>
              <a:t>with</a:t>
            </a:r>
            <a:r>
              <a:rPr lang="fr-FR" sz="1200" b="1" noProof="0" dirty="0">
                <a:cs typeface="Arial" pitchFamily="34" charset="0"/>
              </a:rPr>
              <a:t> </a:t>
            </a:r>
            <a:r>
              <a:rPr lang="fr-FR" sz="1200" b="1" noProof="0" dirty="0" err="1">
                <a:cs typeface="Arial" pitchFamily="34" charset="0"/>
              </a:rPr>
              <a:t>this</a:t>
            </a:r>
            <a:r>
              <a:rPr lang="fr-FR" sz="1200" b="1" noProof="0" dirty="0">
                <a:cs typeface="Arial" pitchFamily="34" charset="0"/>
              </a:rPr>
              <a:t> </a:t>
            </a:r>
            <a:r>
              <a:rPr lang="fr-FR" sz="1200" b="1" noProof="0" dirty="0" err="1">
                <a:cs typeface="Arial" pitchFamily="34" charset="0"/>
              </a:rPr>
              <a:t>layout</a:t>
            </a:r>
            <a:r>
              <a:rPr lang="fr-FR" sz="1200" b="1" noProof="0" dirty="0">
                <a:cs typeface="Arial" pitchFamily="34" charset="0"/>
              </a:rPr>
              <a:t>.</a:t>
            </a:r>
          </a:p>
        </p:txBody>
      </p:sp>
      <p:pic>
        <p:nvPicPr>
          <p:cNvPr id="17" name="CGI logo" descr="CGI Inc. logo">
            <a:extLst>
              <a:ext uri="{FF2B5EF4-FFF2-40B4-BE49-F238E27FC236}">
                <a16:creationId xmlns:a16="http://schemas.microsoft.com/office/drawing/2014/main" id="{DD50F3C5-47F3-B2F8-AE93-8C6CECE6A982}"/>
              </a:ext>
            </a:extLst>
          </p:cNvPr>
          <p:cNvPicPr>
            <a:picLocks noGrp="1" noRot="1" noMove="1" noResize="1" noEditPoints="1" noAdjustHandles="1" noChangeArrowheads="1" noChangeShapeType="1" noCrop="1"/>
          </p:cNvPicPr>
          <p:nvPr/>
        </p:nvPicPr>
        <p:blipFill>
          <a:blip r:embed="rId6" cstate="screen">
            <a:extLst>
              <a:ext uri="{28A0092B-C50C-407E-A947-70E740481C1C}">
                <a14:useLocalDpi xmlns:a14="http://schemas.microsoft.com/office/drawing/2010/main"/>
              </a:ext>
            </a:extLst>
          </a:blip>
          <a:srcRect/>
          <a:stretch/>
        </p:blipFill>
        <p:spPr>
          <a:xfrm>
            <a:off x="767134" y="5372174"/>
            <a:ext cx="1548656" cy="720650"/>
          </a:xfrm>
          <a:prstGeom prst="rect">
            <a:avLst/>
          </a:prstGeom>
          <a:ln>
            <a:noFill/>
          </a:ln>
        </p:spPr>
      </p:pic>
      <p:sp>
        <p:nvSpPr>
          <p:cNvPr id="2" name="Espace réservé du numéro de diapositive 1">
            <a:extLst>
              <a:ext uri="{FF2B5EF4-FFF2-40B4-BE49-F238E27FC236}">
                <a16:creationId xmlns:a16="http://schemas.microsoft.com/office/drawing/2014/main" id="{8EE84E14-112F-ADF8-2BEC-4C51AAB7032F}"/>
              </a:ext>
            </a:extLst>
          </p:cNvPr>
          <p:cNvSpPr>
            <a:spLocks noGrp="1"/>
          </p:cNvSpPr>
          <p:nvPr>
            <p:ph type="sldNum" sz="quarter" idx="4"/>
          </p:nvPr>
        </p:nvSpPr>
        <p:spPr/>
        <p:txBody>
          <a:bodyPr/>
          <a:lstStyle/>
          <a:p>
            <a:fld id="{525A3C56-E491-49B2-93F3-63532DF516BC}" type="slidenum">
              <a:rPr lang="en-CA" smtClean="0"/>
              <a:pPr/>
              <a:t>1</a:t>
            </a:fld>
            <a:endParaRPr lang="en-CA"/>
          </a:p>
        </p:txBody>
      </p:sp>
    </p:spTree>
    <p:extLst>
      <p:ext uri="{BB962C8B-B14F-4D97-AF65-F5344CB8AC3E}">
        <p14:creationId xmlns:p14="http://schemas.microsoft.com/office/powerpoint/2010/main" val="743485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F22DE32E-E14D-D9AB-8C02-19473109B689}"/>
              </a:ext>
            </a:extLst>
          </p:cNvPr>
          <p:cNvSpPr>
            <a:spLocks noGrp="1"/>
          </p:cNvSpPr>
          <p:nvPr>
            <p:ph type="title"/>
          </p:nvPr>
        </p:nvSpPr>
        <p:spPr>
          <a:xfrm>
            <a:off x="748799" y="635964"/>
            <a:ext cx="6665553" cy="2226506"/>
          </a:xfrm>
        </p:spPr>
        <p:txBody>
          <a:bodyPr/>
          <a:lstStyle/>
          <a:p>
            <a:r>
              <a:rPr lang="fr-FR" noProof="0" dirty="0"/>
              <a:t>Introduction</a:t>
            </a:r>
          </a:p>
        </p:txBody>
      </p:sp>
      <p:sp>
        <p:nvSpPr>
          <p:cNvPr id="2" name="Espace réservé du numéro de diapositive 1">
            <a:extLst>
              <a:ext uri="{FF2B5EF4-FFF2-40B4-BE49-F238E27FC236}">
                <a16:creationId xmlns:a16="http://schemas.microsoft.com/office/drawing/2014/main" id="{83E61277-D497-AE06-E02D-A17D21B820F4}"/>
              </a:ext>
            </a:extLst>
          </p:cNvPr>
          <p:cNvSpPr>
            <a:spLocks noGrp="1"/>
          </p:cNvSpPr>
          <p:nvPr>
            <p:ph type="sldNum" sz="quarter" idx="4"/>
          </p:nvPr>
        </p:nvSpPr>
        <p:spPr/>
        <p:txBody>
          <a:bodyPr/>
          <a:lstStyle/>
          <a:p>
            <a:fld id="{525A3C56-E491-49B2-93F3-63532DF516BC}" type="slidenum">
              <a:rPr lang="en-CA" smtClean="0"/>
              <a:t>2</a:t>
            </a:fld>
            <a:endParaRPr lang="en-CA"/>
          </a:p>
        </p:txBody>
      </p:sp>
    </p:spTree>
    <p:extLst>
      <p:ext uri="{BB962C8B-B14F-4D97-AF65-F5344CB8AC3E}">
        <p14:creationId xmlns:p14="http://schemas.microsoft.com/office/powerpoint/2010/main" val="1689285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241E7-8D3D-8987-89F8-608C0A97E1A9}"/>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74F13280-8A2C-4283-0D52-6994CB127706}"/>
              </a:ext>
            </a:extLst>
          </p:cNvPr>
          <p:cNvSpPr txBox="1">
            <a:spLocks/>
          </p:cNvSpPr>
          <p:nvPr/>
        </p:nvSpPr>
        <p:spPr>
          <a:xfrm>
            <a:off x="757781" y="702702"/>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a:t>Bon code VS mauvais code ?</a:t>
            </a:r>
            <a:endParaRPr lang="fr-FR" sz="3600" noProof="0" dirty="0"/>
          </a:p>
        </p:txBody>
      </p:sp>
      <p:sp>
        <p:nvSpPr>
          <p:cNvPr id="2" name="Espace réservé du numéro de diapositive 1">
            <a:extLst>
              <a:ext uri="{FF2B5EF4-FFF2-40B4-BE49-F238E27FC236}">
                <a16:creationId xmlns:a16="http://schemas.microsoft.com/office/drawing/2014/main" id="{78AF7D77-C036-51CF-D6A2-B643C7C0E33C}"/>
              </a:ext>
            </a:extLst>
          </p:cNvPr>
          <p:cNvSpPr>
            <a:spLocks noGrp="1"/>
          </p:cNvSpPr>
          <p:nvPr>
            <p:ph type="sldNum" sz="quarter" idx="10"/>
          </p:nvPr>
        </p:nvSpPr>
        <p:spPr/>
        <p:txBody>
          <a:bodyPr/>
          <a:lstStyle/>
          <a:p>
            <a:fld id="{525A3C56-E491-49B2-93F3-63532DF516BC}" type="slidenum">
              <a:rPr lang="en-CA" smtClean="0"/>
              <a:t>3</a:t>
            </a:fld>
            <a:endParaRPr lang="en-CA"/>
          </a:p>
        </p:txBody>
      </p:sp>
      <p:sp>
        <p:nvSpPr>
          <p:cNvPr id="5" name="ZoneTexte 4">
            <a:extLst>
              <a:ext uri="{FF2B5EF4-FFF2-40B4-BE49-F238E27FC236}">
                <a16:creationId xmlns:a16="http://schemas.microsoft.com/office/drawing/2014/main" id="{BE4038DD-4835-3A0B-4E0F-7B785C5AF829}"/>
              </a:ext>
            </a:extLst>
          </p:cNvPr>
          <p:cNvSpPr txBox="1"/>
          <p:nvPr/>
        </p:nvSpPr>
        <p:spPr>
          <a:xfrm>
            <a:off x="1091413" y="1472239"/>
            <a:ext cx="4413592" cy="2037545"/>
          </a:xfrm>
          <a:prstGeom prst="rect">
            <a:avLst/>
          </a:prstGeom>
          <a:noFill/>
        </p:spPr>
        <p:txBody>
          <a:bodyPr wrap="square">
            <a:spAutoFit/>
          </a:bodyPr>
          <a:lstStyle/>
          <a:p>
            <a:pPr>
              <a:lnSpc>
                <a:spcPct val="150000"/>
              </a:lnSpc>
            </a:pPr>
            <a:r>
              <a:rPr lang="fr-FR" sz="1600" b="1" dirty="0"/>
              <a:t>Mauvais code</a:t>
            </a:r>
          </a:p>
          <a:p>
            <a:pPr marL="285750" indent="-285750">
              <a:lnSpc>
                <a:spcPct val="150000"/>
              </a:lnSpc>
              <a:buFont typeface="Arial" panose="020B0604020202020204" pitchFamily="34" charset="0"/>
              <a:buChar char="•"/>
            </a:pPr>
            <a:r>
              <a:rPr lang="fr-FR" sz="1400" dirty="0"/>
              <a:t>Bugs fréquents</a:t>
            </a:r>
          </a:p>
          <a:p>
            <a:pPr marL="285750" indent="-285750">
              <a:lnSpc>
                <a:spcPct val="150000"/>
              </a:lnSpc>
              <a:buFont typeface="Arial" panose="020B0604020202020204" pitchFamily="34" charset="0"/>
              <a:buChar char="•"/>
            </a:pPr>
            <a:r>
              <a:rPr lang="fr-FR" sz="1400" dirty="0"/>
              <a:t>Maintenance coûteuse</a:t>
            </a:r>
          </a:p>
          <a:p>
            <a:pPr marL="285750" indent="-285750">
              <a:lnSpc>
                <a:spcPct val="150000"/>
              </a:lnSpc>
              <a:buFont typeface="Arial" panose="020B0604020202020204" pitchFamily="34" charset="0"/>
              <a:buChar char="•"/>
            </a:pPr>
            <a:r>
              <a:rPr lang="fr-FR" sz="1400" dirty="0"/>
              <a:t>Temps de développement élevé</a:t>
            </a:r>
          </a:p>
          <a:p>
            <a:pPr marL="285750" indent="-285750">
              <a:lnSpc>
                <a:spcPct val="150000"/>
              </a:lnSpc>
              <a:buFont typeface="Arial" panose="020B0604020202020204" pitchFamily="34" charset="0"/>
              <a:buChar char="•"/>
            </a:pPr>
            <a:r>
              <a:rPr lang="fr-FR" sz="1400" dirty="0"/>
              <a:t>Forte dette technique</a:t>
            </a:r>
          </a:p>
          <a:p>
            <a:pPr marL="285750" indent="-285750">
              <a:lnSpc>
                <a:spcPct val="150000"/>
              </a:lnSpc>
              <a:buFont typeface="Arial" panose="020B0604020202020204" pitchFamily="34" charset="0"/>
              <a:buChar char="•"/>
            </a:pPr>
            <a:r>
              <a:rPr lang="fr-FR" sz="1400" dirty="0"/>
              <a:t>Difficulté à travailler en équipe</a:t>
            </a:r>
          </a:p>
        </p:txBody>
      </p:sp>
      <p:pic>
        <p:nvPicPr>
          <p:cNvPr id="6" name="Picture 2" descr="vérifier ">
            <a:extLst>
              <a:ext uri="{FF2B5EF4-FFF2-40B4-BE49-F238E27FC236}">
                <a16:creationId xmlns:a16="http://schemas.microsoft.com/office/drawing/2014/main" id="{FDBE807B-37DB-7933-52A4-199090BB09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9950" y="1472238"/>
            <a:ext cx="534102" cy="53410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nnuler ">
            <a:extLst>
              <a:ext uri="{FF2B5EF4-FFF2-40B4-BE49-F238E27FC236}">
                <a16:creationId xmlns:a16="http://schemas.microsoft.com/office/drawing/2014/main" id="{4E90782B-BD5A-565D-BD8B-5DA88A2DEB8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3809" y="1472239"/>
            <a:ext cx="507604" cy="507604"/>
          </a:xfrm>
          <a:prstGeom prst="rect">
            <a:avLst/>
          </a:prstGeom>
          <a:noFill/>
          <a:extLst>
            <a:ext uri="{909E8E84-426E-40DD-AFC4-6F175D3DCCD1}">
              <a14:hiddenFill xmlns:a14="http://schemas.microsoft.com/office/drawing/2010/main">
                <a:solidFill>
                  <a:srgbClr val="FFFFFF"/>
                </a:solidFill>
              </a14:hiddenFill>
            </a:ext>
          </a:extLst>
        </p:spPr>
      </p:pic>
      <p:sp>
        <p:nvSpPr>
          <p:cNvPr id="8" name="ZoneTexte 7">
            <a:extLst>
              <a:ext uri="{FF2B5EF4-FFF2-40B4-BE49-F238E27FC236}">
                <a16:creationId xmlns:a16="http://schemas.microsoft.com/office/drawing/2014/main" id="{A64FDDD8-F98A-BFF6-F2E1-C25274FC67E7}"/>
              </a:ext>
            </a:extLst>
          </p:cNvPr>
          <p:cNvSpPr txBox="1"/>
          <p:nvPr/>
        </p:nvSpPr>
        <p:spPr>
          <a:xfrm>
            <a:off x="5824052" y="1472238"/>
            <a:ext cx="6098058" cy="2262671"/>
          </a:xfrm>
          <a:prstGeom prst="rect">
            <a:avLst/>
          </a:prstGeom>
          <a:noFill/>
        </p:spPr>
        <p:txBody>
          <a:bodyPr wrap="square">
            <a:spAutoFit/>
          </a:bodyPr>
          <a:lstStyle/>
          <a:p>
            <a:pPr>
              <a:lnSpc>
                <a:spcPct val="150000"/>
              </a:lnSpc>
            </a:pPr>
            <a:r>
              <a:rPr lang="fr-FR" sz="1600" b="1" dirty="0"/>
              <a:t>Bon code</a:t>
            </a:r>
          </a:p>
          <a:p>
            <a:pPr marL="285750" indent="-285750">
              <a:lnSpc>
                <a:spcPct val="150000"/>
              </a:lnSpc>
              <a:buFont typeface="Arial" panose="020B0604020202020204" pitchFamily="34" charset="0"/>
              <a:buChar char="•"/>
            </a:pPr>
            <a:r>
              <a:rPr lang="fr-FR" sz="1600" dirty="0"/>
              <a:t>Moins de bugs</a:t>
            </a:r>
          </a:p>
          <a:p>
            <a:pPr marL="285750" indent="-285750">
              <a:lnSpc>
                <a:spcPct val="150000"/>
              </a:lnSpc>
              <a:buFont typeface="Arial" panose="020B0604020202020204" pitchFamily="34" charset="0"/>
              <a:buChar char="•"/>
            </a:pPr>
            <a:r>
              <a:rPr lang="fr-FR" sz="1600" dirty="0"/>
              <a:t>Maintenance facilitée</a:t>
            </a:r>
          </a:p>
          <a:p>
            <a:pPr marL="285750" indent="-285750">
              <a:lnSpc>
                <a:spcPct val="150000"/>
              </a:lnSpc>
              <a:buFont typeface="Arial" panose="020B0604020202020204" pitchFamily="34" charset="0"/>
              <a:buChar char="•"/>
            </a:pPr>
            <a:r>
              <a:rPr lang="fr-FR" sz="1600" dirty="0"/>
              <a:t>Évolutions plus rapides</a:t>
            </a:r>
          </a:p>
          <a:p>
            <a:pPr marL="285750" indent="-285750">
              <a:lnSpc>
                <a:spcPct val="150000"/>
              </a:lnSpc>
              <a:buFont typeface="Arial" panose="020B0604020202020204" pitchFamily="34" charset="0"/>
              <a:buChar char="•"/>
            </a:pPr>
            <a:r>
              <a:rPr lang="fr-FR" sz="1600" dirty="0"/>
              <a:t>Coût réduit sur le long terme</a:t>
            </a:r>
          </a:p>
          <a:p>
            <a:pPr marL="285750" indent="-285750">
              <a:lnSpc>
                <a:spcPct val="150000"/>
              </a:lnSpc>
              <a:buFont typeface="Arial" panose="020B0604020202020204" pitchFamily="34" charset="0"/>
              <a:buChar char="•"/>
            </a:pPr>
            <a:r>
              <a:rPr lang="fr-FR" sz="1600" dirty="0"/>
              <a:t>Meilleure collaboration en équipe</a:t>
            </a:r>
            <a:endParaRPr lang="fr-FR" sz="1400" dirty="0"/>
          </a:p>
        </p:txBody>
      </p:sp>
      <p:sp>
        <p:nvSpPr>
          <p:cNvPr id="16" name="ZoneTexte 15">
            <a:extLst>
              <a:ext uri="{FF2B5EF4-FFF2-40B4-BE49-F238E27FC236}">
                <a16:creationId xmlns:a16="http://schemas.microsoft.com/office/drawing/2014/main" id="{6F93C44E-01C7-27D2-C0D2-06D56C3F3C48}"/>
              </a:ext>
            </a:extLst>
          </p:cNvPr>
          <p:cNvSpPr txBox="1"/>
          <p:nvPr/>
        </p:nvSpPr>
        <p:spPr>
          <a:xfrm>
            <a:off x="3046971" y="4814507"/>
            <a:ext cx="6098058" cy="707886"/>
          </a:xfrm>
          <a:prstGeom prst="rect">
            <a:avLst/>
          </a:prstGeom>
          <a:noFill/>
        </p:spPr>
        <p:txBody>
          <a:bodyPr wrap="square">
            <a:spAutoFit/>
          </a:bodyPr>
          <a:lstStyle/>
          <a:p>
            <a:pPr algn="ctr"/>
            <a:r>
              <a:rPr lang="fr-FR" sz="2000" b="1" dirty="0"/>
              <a:t>Avez-vous déjà entendu parlé de Clean Code ?</a:t>
            </a:r>
          </a:p>
          <a:p>
            <a:pPr algn="ctr"/>
            <a:r>
              <a:rPr lang="fr-FR" sz="2000" b="1" dirty="0"/>
              <a:t>Avez-vous des exemples ?</a:t>
            </a:r>
          </a:p>
        </p:txBody>
      </p:sp>
    </p:spTree>
    <p:extLst>
      <p:ext uri="{BB962C8B-B14F-4D97-AF65-F5344CB8AC3E}">
        <p14:creationId xmlns:p14="http://schemas.microsoft.com/office/powerpoint/2010/main" val="1950260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0DFB6-3098-AE62-7C5B-8EF88C584BCC}"/>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F9733AB9-25DD-0857-F065-175F086F8F9E}"/>
              </a:ext>
            </a:extLst>
          </p:cNvPr>
          <p:cNvSpPr>
            <a:spLocks noGrp="1"/>
          </p:cNvSpPr>
          <p:nvPr>
            <p:ph type="title"/>
          </p:nvPr>
        </p:nvSpPr>
        <p:spPr/>
        <p:txBody>
          <a:bodyPr/>
          <a:lstStyle/>
          <a:p>
            <a:r>
              <a:rPr lang="fr-FR" noProof="0" dirty="0"/>
              <a:t>Structure API backend</a:t>
            </a:r>
          </a:p>
        </p:txBody>
      </p:sp>
      <p:sp>
        <p:nvSpPr>
          <p:cNvPr id="2" name="Espace réservé du numéro de diapositive 1">
            <a:extLst>
              <a:ext uri="{FF2B5EF4-FFF2-40B4-BE49-F238E27FC236}">
                <a16:creationId xmlns:a16="http://schemas.microsoft.com/office/drawing/2014/main" id="{03645EE3-422C-87AD-1011-9A4C2A96CC95}"/>
              </a:ext>
            </a:extLst>
          </p:cNvPr>
          <p:cNvSpPr>
            <a:spLocks noGrp="1"/>
          </p:cNvSpPr>
          <p:nvPr>
            <p:ph type="sldNum" sz="quarter" idx="4"/>
          </p:nvPr>
        </p:nvSpPr>
        <p:spPr/>
        <p:txBody>
          <a:bodyPr/>
          <a:lstStyle/>
          <a:p>
            <a:fld id="{525A3C56-E491-49B2-93F3-63532DF516BC}" type="slidenum">
              <a:rPr lang="en-CA" smtClean="0"/>
              <a:t>4</a:t>
            </a:fld>
            <a:endParaRPr lang="en-CA"/>
          </a:p>
        </p:txBody>
      </p:sp>
    </p:spTree>
    <p:extLst>
      <p:ext uri="{BB962C8B-B14F-4D97-AF65-F5344CB8AC3E}">
        <p14:creationId xmlns:p14="http://schemas.microsoft.com/office/powerpoint/2010/main" val="3941499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65650-AA26-3B52-D9B7-36CF6F43C301}"/>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BC7D09B5-0E50-017C-A239-9AFF65D8B232}"/>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noProof="0" dirty="0"/>
              <a:t>Modèles d’architectures backend</a:t>
            </a:r>
          </a:p>
        </p:txBody>
      </p:sp>
      <p:sp>
        <p:nvSpPr>
          <p:cNvPr id="2" name="Espace réservé du numéro de diapositive 1">
            <a:extLst>
              <a:ext uri="{FF2B5EF4-FFF2-40B4-BE49-F238E27FC236}">
                <a16:creationId xmlns:a16="http://schemas.microsoft.com/office/drawing/2014/main" id="{025C27B3-B73D-26B8-96FA-37DA7F9867D4}"/>
              </a:ext>
            </a:extLst>
          </p:cNvPr>
          <p:cNvSpPr>
            <a:spLocks noGrp="1"/>
          </p:cNvSpPr>
          <p:nvPr>
            <p:ph type="sldNum" sz="quarter" idx="10"/>
          </p:nvPr>
        </p:nvSpPr>
        <p:spPr/>
        <p:txBody>
          <a:bodyPr/>
          <a:lstStyle/>
          <a:p>
            <a:fld id="{525A3C56-E491-49B2-93F3-63532DF516BC}" type="slidenum">
              <a:rPr lang="en-CA" smtClean="0"/>
              <a:t>5</a:t>
            </a:fld>
            <a:endParaRPr lang="en-CA"/>
          </a:p>
        </p:txBody>
      </p:sp>
      <p:sp>
        <p:nvSpPr>
          <p:cNvPr id="4" name="TextBox 10">
            <a:extLst>
              <a:ext uri="{FF2B5EF4-FFF2-40B4-BE49-F238E27FC236}">
                <a16:creationId xmlns:a16="http://schemas.microsoft.com/office/drawing/2014/main" id="{DCA014D3-928E-39A6-5114-6A625DA175F0}"/>
              </a:ext>
            </a:extLst>
          </p:cNvPr>
          <p:cNvSpPr txBox="1"/>
          <p:nvPr/>
        </p:nvSpPr>
        <p:spPr>
          <a:xfrm>
            <a:off x="447134" y="1636004"/>
            <a:ext cx="5105367" cy="397031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fontAlgn="base">
              <a:buFont typeface="Arial" panose="020B0604020202020204" pitchFamily="34" charset="0"/>
              <a:buChar char="•"/>
            </a:pPr>
            <a:r>
              <a:rPr lang="fr-FR" sz="1600" b="1" dirty="0"/>
              <a:t>Ces modèles s’appliquent à la majorité des </a:t>
            </a:r>
            <a:r>
              <a:rPr lang="fr-FR" sz="1600" b="1" dirty="0" err="1"/>
              <a:t>frameworks</a:t>
            </a:r>
            <a:r>
              <a:rPr lang="fr-FR" sz="1600" b="1" dirty="0"/>
              <a:t> Web</a:t>
            </a:r>
          </a:p>
          <a:p>
            <a:pPr marL="742950" lvl="1" indent="-285750" fontAlgn="base">
              <a:buFont typeface="Arial" panose="020B0604020202020204" pitchFamily="34" charset="0"/>
              <a:buChar char="•"/>
            </a:pPr>
            <a:r>
              <a:rPr lang="fr-FR" sz="1400" dirty="0"/>
              <a:t>Spring Boot, </a:t>
            </a:r>
            <a:r>
              <a:rPr lang="fr-FR" sz="1400" dirty="0" err="1"/>
              <a:t>Quarkus</a:t>
            </a:r>
            <a:r>
              <a:rPr lang="fr-FR" sz="1400" dirty="0"/>
              <a:t>, .NET, …</a:t>
            </a:r>
          </a:p>
          <a:p>
            <a:pPr lvl="1" fontAlgn="base"/>
            <a:endParaRPr lang="fr-FR" sz="1400" dirty="0"/>
          </a:p>
          <a:p>
            <a:pPr fontAlgn="base"/>
            <a:endParaRPr lang="fr-FR" sz="1400" b="1" dirty="0"/>
          </a:p>
          <a:p>
            <a:pPr marL="285750" indent="-285750" fontAlgn="base">
              <a:buFont typeface="Arial" panose="020B0604020202020204" pitchFamily="34" charset="0"/>
              <a:buChar char="•"/>
            </a:pPr>
            <a:r>
              <a:rPr lang="fr-FR" sz="1600" b="1" dirty="0"/>
              <a:t>Objectifs communs </a:t>
            </a:r>
          </a:p>
          <a:p>
            <a:pPr marL="742950" lvl="1" indent="-285750" fontAlgn="base">
              <a:buFont typeface="Arial" panose="020B0604020202020204" pitchFamily="34" charset="0"/>
              <a:buChar char="•"/>
            </a:pPr>
            <a:r>
              <a:rPr lang="fr-FR" sz="1400" u="sng" dirty="0"/>
              <a:t>Séparation des responsabilités</a:t>
            </a:r>
          </a:p>
          <a:p>
            <a:pPr marL="1200150" lvl="2" indent="-285750" fontAlgn="base">
              <a:buFont typeface="Arial" panose="020B0604020202020204" pitchFamily="34" charset="0"/>
              <a:buChar char="•"/>
            </a:pPr>
            <a:r>
              <a:rPr lang="fr-FR" sz="1400" dirty="0"/>
              <a:t>Exposition des services (HTTP / API)</a:t>
            </a:r>
          </a:p>
          <a:p>
            <a:pPr marL="1200150" lvl="2" indent="-285750" fontAlgn="base">
              <a:buFont typeface="Arial" panose="020B0604020202020204" pitchFamily="34" charset="0"/>
              <a:buChar char="•"/>
            </a:pPr>
            <a:r>
              <a:rPr lang="fr-FR" sz="1400" dirty="0"/>
              <a:t>Logique métier</a:t>
            </a:r>
          </a:p>
          <a:p>
            <a:pPr marL="1200150" lvl="2" indent="-285750" fontAlgn="base">
              <a:buFont typeface="Arial" panose="020B0604020202020204" pitchFamily="34" charset="0"/>
              <a:buChar char="•"/>
            </a:pPr>
            <a:r>
              <a:rPr lang="fr-FR" sz="1400" dirty="0"/>
              <a:t>Accès aux données</a:t>
            </a:r>
          </a:p>
          <a:p>
            <a:pPr marL="742950" lvl="1" indent="-285750" fontAlgn="base">
              <a:buFont typeface="Arial" panose="020B0604020202020204" pitchFamily="34" charset="0"/>
              <a:buChar char="•"/>
            </a:pPr>
            <a:r>
              <a:rPr lang="fr-FR" sz="1400" u="sng" dirty="0"/>
              <a:t>Meilleur maintenabilité</a:t>
            </a:r>
          </a:p>
          <a:p>
            <a:pPr marL="1200150" lvl="2" indent="-285750" fontAlgn="base">
              <a:buFont typeface="Arial" panose="020B0604020202020204" pitchFamily="34" charset="0"/>
              <a:buChar char="•"/>
            </a:pPr>
            <a:r>
              <a:rPr lang="fr-FR" sz="1400" dirty="0"/>
              <a:t>Responsabilité unique</a:t>
            </a:r>
          </a:p>
          <a:p>
            <a:pPr marL="1200150" lvl="2" indent="-285750" fontAlgn="base">
              <a:buFont typeface="Arial" panose="020B0604020202020204" pitchFamily="34" charset="0"/>
              <a:buChar char="•"/>
            </a:pPr>
            <a:r>
              <a:rPr lang="fr-FR" sz="1400" dirty="0"/>
              <a:t>Classes plus petites</a:t>
            </a:r>
          </a:p>
          <a:p>
            <a:pPr marL="1200150" lvl="2" indent="-285750" fontAlgn="base">
              <a:buFont typeface="Arial" panose="020B0604020202020204" pitchFamily="34" charset="0"/>
              <a:buChar char="•"/>
            </a:pPr>
            <a:r>
              <a:rPr lang="fr-FR" sz="1400" dirty="0"/>
              <a:t>Tests facilités</a:t>
            </a:r>
          </a:p>
          <a:p>
            <a:pPr marL="1200150" lvl="2" indent="-285750" fontAlgn="base">
              <a:buFont typeface="Arial" panose="020B0604020202020204" pitchFamily="34" charset="0"/>
              <a:buChar char="•"/>
            </a:pPr>
            <a:endParaRPr lang="fr-FR" sz="1400" dirty="0"/>
          </a:p>
          <a:p>
            <a:pPr marL="285750" indent="-285750" fontAlgn="base">
              <a:buFont typeface="Arial" panose="020B0604020202020204" pitchFamily="34" charset="0"/>
              <a:buChar char="•"/>
            </a:pPr>
            <a:r>
              <a:rPr lang="fr-FR" sz="1400" dirty="0"/>
              <a:t>Choix pour le cours : </a:t>
            </a:r>
            <a:r>
              <a:rPr lang="fr-FR" sz="1400" b="1" u="sng" dirty="0"/>
              <a:t>Architecture en 3 couches</a:t>
            </a:r>
          </a:p>
          <a:p>
            <a:pPr marL="742950" lvl="1" indent="-285750" fontAlgn="base">
              <a:buFont typeface="Arial" panose="020B0604020202020204" pitchFamily="34" charset="0"/>
              <a:buChar char="•"/>
            </a:pPr>
            <a:r>
              <a:rPr lang="fr-FR" sz="1400" dirty="0"/>
              <a:t>Plus simple à comprendre </a:t>
            </a:r>
          </a:p>
          <a:p>
            <a:pPr marL="742950" lvl="1" indent="-285750" fontAlgn="base">
              <a:buFont typeface="Arial" panose="020B0604020202020204" pitchFamily="34" charset="0"/>
              <a:buChar char="•"/>
            </a:pPr>
            <a:r>
              <a:rPr lang="fr-FR" sz="1400" dirty="0"/>
              <a:t>Adapté aux projets de petite et moyenne taille</a:t>
            </a:r>
          </a:p>
        </p:txBody>
      </p:sp>
      <p:pic>
        <p:nvPicPr>
          <p:cNvPr id="1028" name="Picture 4" descr="Layered Architecture (Couches)">
            <a:extLst>
              <a:ext uri="{FF2B5EF4-FFF2-40B4-BE49-F238E27FC236}">
                <a16:creationId xmlns:a16="http://schemas.microsoft.com/office/drawing/2014/main" id="{5D33F6F5-0EB2-BE8F-8A06-43F13C7230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59311" y="2668463"/>
            <a:ext cx="1773716" cy="2502719"/>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A078C097-8D61-6CC8-215A-5C8A74414993}"/>
              </a:ext>
            </a:extLst>
          </p:cNvPr>
          <p:cNvSpPr txBox="1"/>
          <p:nvPr/>
        </p:nvSpPr>
        <p:spPr>
          <a:xfrm>
            <a:off x="5974690" y="2298208"/>
            <a:ext cx="2056802" cy="370255"/>
          </a:xfrm>
          <a:prstGeom prst="rect">
            <a:avLst/>
          </a:prstGeom>
        </p:spPr>
        <p:txBody>
          <a:bodyPr vert="horz" wrap="square" lIns="0" tIns="0" rIns="0" bIns="0" rtlCol="0" anchor="t" anchorCtr="0">
            <a:normAutofit fontScale="85000" lnSpcReduction="10000"/>
          </a:bodyPr>
          <a:lstStyle/>
          <a:p>
            <a:pPr algn="l"/>
            <a:r>
              <a:rPr lang="fr-FR" dirty="0"/>
              <a:t>Architecture en couches</a:t>
            </a:r>
          </a:p>
        </p:txBody>
      </p:sp>
      <p:pic>
        <p:nvPicPr>
          <p:cNvPr id="7" name="Picture 2" descr="GitHub - mohamed-malk/Onion-Arch-DotNet: This Repo demonstrate the  implementation of Onion Architecture in dotnet Web-API app · GitHub">
            <a:extLst>
              <a:ext uri="{FF2B5EF4-FFF2-40B4-BE49-F238E27FC236}">
                <a16:creationId xmlns:a16="http://schemas.microsoft.com/office/drawing/2014/main" id="{73948182-DC51-1C03-F18F-01A2E9E25C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22923" y="2723745"/>
            <a:ext cx="2378857" cy="2378857"/>
          </a:xfrm>
          <a:prstGeom prst="rect">
            <a:avLst/>
          </a:prstGeom>
          <a:noFill/>
          <a:extLst>
            <a:ext uri="{909E8E84-426E-40DD-AFC4-6F175D3DCCD1}">
              <a14:hiddenFill xmlns:a14="http://schemas.microsoft.com/office/drawing/2010/main">
                <a:solidFill>
                  <a:srgbClr val="FFFFFF"/>
                </a:solidFill>
              </a14:hiddenFill>
            </a:ext>
          </a:extLst>
        </p:spPr>
      </p:pic>
      <p:sp>
        <p:nvSpPr>
          <p:cNvPr id="8" name="ZoneTexte 7">
            <a:extLst>
              <a:ext uri="{FF2B5EF4-FFF2-40B4-BE49-F238E27FC236}">
                <a16:creationId xmlns:a16="http://schemas.microsoft.com/office/drawing/2014/main" id="{57A34BC6-517D-28CA-DDAE-15610EF4F61E}"/>
              </a:ext>
            </a:extLst>
          </p:cNvPr>
          <p:cNvSpPr txBox="1"/>
          <p:nvPr/>
        </p:nvSpPr>
        <p:spPr>
          <a:xfrm>
            <a:off x="8783950" y="2208854"/>
            <a:ext cx="2056802" cy="370255"/>
          </a:xfrm>
          <a:prstGeom prst="rect">
            <a:avLst/>
          </a:prstGeom>
        </p:spPr>
        <p:txBody>
          <a:bodyPr vert="horz" wrap="square" lIns="0" tIns="0" rIns="0" bIns="0" rtlCol="0" anchor="t" anchorCtr="0">
            <a:normAutofit fontScale="85000" lnSpcReduction="20000"/>
          </a:bodyPr>
          <a:lstStyle/>
          <a:p>
            <a:pPr algn="ctr"/>
            <a:r>
              <a:rPr lang="fr-FR" dirty="0"/>
              <a:t>Architecture hexagonale / en oignon</a:t>
            </a:r>
          </a:p>
        </p:txBody>
      </p:sp>
    </p:spTree>
    <p:extLst>
      <p:ext uri="{BB962C8B-B14F-4D97-AF65-F5344CB8AC3E}">
        <p14:creationId xmlns:p14="http://schemas.microsoft.com/office/powerpoint/2010/main" val="2071225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9A156-282D-6FB5-E7DB-3EF1530DB04F}"/>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0C8949B7-8556-FB3B-4666-FC6B5A104B5D}"/>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noProof="0" dirty="0"/>
              <a:t>Architecture en 3 couches</a:t>
            </a:r>
          </a:p>
        </p:txBody>
      </p:sp>
      <p:sp>
        <p:nvSpPr>
          <p:cNvPr id="11" name="TextBox 10">
            <a:extLst>
              <a:ext uri="{FF2B5EF4-FFF2-40B4-BE49-F238E27FC236}">
                <a16:creationId xmlns:a16="http://schemas.microsoft.com/office/drawing/2014/main" id="{0CA5AF5F-7014-57D0-CA65-DAC336CD2106}"/>
              </a:ext>
            </a:extLst>
          </p:cNvPr>
          <p:cNvSpPr txBox="1"/>
          <p:nvPr/>
        </p:nvSpPr>
        <p:spPr>
          <a:xfrm>
            <a:off x="765737" y="1708265"/>
            <a:ext cx="10210799" cy="529375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sz="2000" b="1" dirty="0"/>
              <a:t>Présentation / Contrôleur </a:t>
            </a:r>
            <a:r>
              <a:rPr lang="fr-FR" sz="2000" dirty="0"/>
              <a:t>– La porte d’entrée</a:t>
            </a:r>
          </a:p>
          <a:p>
            <a:pPr fontAlgn="base"/>
            <a:endParaRPr lang="fr-FR" b="1" dirty="0"/>
          </a:p>
          <a:p>
            <a:pPr marL="285750" indent="-285750" fontAlgn="base">
              <a:buFont typeface="Arial" panose="020B0604020202020204" pitchFamily="34" charset="0"/>
              <a:buChar char="•"/>
            </a:pPr>
            <a:r>
              <a:rPr lang="fr-FR" b="1" dirty="0"/>
              <a:t>Responsabilité</a:t>
            </a:r>
          </a:p>
          <a:p>
            <a:pPr marL="742950" lvl="1" indent="-285750" fontAlgn="base">
              <a:buFont typeface="Arial" panose="020B0604020202020204" pitchFamily="34" charset="0"/>
              <a:buChar char="•"/>
            </a:pPr>
            <a:r>
              <a:rPr lang="fr-FR" sz="1600" dirty="0"/>
              <a:t>Interpréter les requêtes HTTP</a:t>
            </a:r>
          </a:p>
          <a:p>
            <a:pPr marL="742950" lvl="1" indent="-285750" fontAlgn="base">
              <a:buFont typeface="Arial" panose="020B0604020202020204" pitchFamily="34" charset="0"/>
              <a:buChar char="•"/>
            </a:pPr>
            <a:r>
              <a:rPr lang="fr-FR" sz="1600" dirty="0"/>
              <a:t>Construire les réponses HTTP</a:t>
            </a:r>
          </a:p>
          <a:p>
            <a:pPr marL="742950" lvl="1" indent="-285750" fontAlgn="base">
              <a:buFont typeface="Arial" panose="020B0604020202020204" pitchFamily="34" charset="0"/>
              <a:buChar char="•"/>
            </a:pPr>
            <a:r>
              <a:rPr lang="fr-FR" sz="1600" dirty="0"/>
              <a:t>Appeler les services</a:t>
            </a:r>
          </a:p>
          <a:p>
            <a:pPr lvl="1" fontAlgn="base"/>
            <a:endParaRPr lang="fr-FR" b="1" noProof="0" dirty="0"/>
          </a:p>
          <a:p>
            <a:pPr marL="285750" indent="-285750" fontAlgn="base">
              <a:buFont typeface="Arial" panose="020B0604020202020204" pitchFamily="34" charset="0"/>
              <a:buChar char="•"/>
            </a:pPr>
            <a:r>
              <a:rPr lang="fr-FR" b="1" noProof="0" dirty="0"/>
              <a:t>Idée clé</a:t>
            </a:r>
          </a:p>
          <a:p>
            <a:pPr marL="742950" lvl="1" indent="-285750" fontAlgn="base">
              <a:buFont typeface="Arial" panose="020B0604020202020204" pitchFamily="34" charset="0"/>
              <a:buChar char="•"/>
            </a:pPr>
            <a:r>
              <a:rPr lang="fr-FR" sz="1600" dirty="0"/>
              <a:t>Le contrôleur ne décide rien</a:t>
            </a:r>
          </a:p>
          <a:p>
            <a:pPr fontAlgn="base"/>
            <a:endParaRPr lang="fr-FR" sz="1600" noProof="0" dirty="0"/>
          </a:p>
          <a:p>
            <a:pPr marL="285750" indent="-285750" fontAlgn="base">
              <a:buFont typeface="Arial" panose="020B0604020202020204" pitchFamily="34" charset="0"/>
              <a:buChar char="•"/>
            </a:pPr>
            <a:r>
              <a:rPr lang="fr-FR" b="1" dirty="0"/>
              <a:t>Ce qu’on peut y trouver</a:t>
            </a:r>
          </a:p>
          <a:p>
            <a:pPr marL="742950" lvl="1" indent="-285750" fontAlgn="base">
              <a:buFont typeface="Arial" panose="020B0604020202020204" pitchFamily="34" charset="0"/>
              <a:buChar char="•"/>
            </a:pPr>
            <a:r>
              <a:rPr lang="fr-FR" sz="1600" noProof="0" dirty="0"/>
              <a:t>Désérialisation / sérialisation JSON</a:t>
            </a:r>
          </a:p>
          <a:p>
            <a:pPr marL="742950" lvl="1" indent="-285750" fontAlgn="base">
              <a:buFont typeface="Arial" panose="020B0604020202020204" pitchFamily="34" charset="0"/>
              <a:buChar char="•"/>
            </a:pPr>
            <a:r>
              <a:rPr lang="fr-FR" sz="1600" dirty="0"/>
              <a:t>Appels à des services</a:t>
            </a:r>
            <a:endParaRPr lang="fr-FR" sz="1600" noProof="0" dirty="0"/>
          </a:p>
          <a:p>
            <a:pPr marL="285750" indent="-285750" fontAlgn="base">
              <a:buFont typeface="Arial" panose="020B0604020202020204" pitchFamily="34" charset="0"/>
              <a:buChar char="•"/>
            </a:pPr>
            <a:endParaRPr lang="fr-FR" noProof="0" dirty="0"/>
          </a:p>
          <a:p>
            <a:pPr marL="285750" indent="-285750" fontAlgn="base">
              <a:buFont typeface="Arial" panose="020B0604020202020204" pitchFamily="34" charset="0"/>
              <a:buChar char="•"/>
            </a:pPr>
            <a:r>
              <a:rPr lang="fr-FR" b="1" dirty="0"/>
              <a:t>Ce qu’on ne DOIT PAS y trouver</a:t>
            </a:r>
          </a:p>
          <a:p>
            <a:pPr marL="742950" lvl="1" indent="-285750" fontAlgn="base">
              <a:buFont typeface="Arial" panose="020B0604020202020204" pitchFamily="34" charset="0"/>
              <a:buChar char="•"/>
            </a:pPr>
            <a:r>
              <a:rPr lang="fr-FR" sz="1600" dirty="0"/>
              <a:t>Appel à la base de données</a:t>
            </a:r>
          </a:p>
          <a:p>
            <a:pPr marL="742950" lvl="1" indent="-285750" fontAlgn="base">
              <a:buFont typeface="Arial" panose="020B0604020202020204" pitchFamily="34" charset="0"/>
              <a:buChar char="•"/>
            </a:pPr>
            <a:r>
              <a:rPr lang="fr-FR" sz="1600" dirty="0"/>
              <a:t>Logique métier</a:t>
            </a:r>
          </a:p>
          <a:p>
            <a:pPr marL="285750" indent="-285750" fontAlgn="base">
              <a:buFont typeface="Arial" panose="020B0604020202020204" pitchFamily="34" charset="0"/>
              <a:buChar char="•"/>
            </a:pPr>
            <a:endParaRPr lang="fr-FR" b="1" noProof="0" dirty="0"/>
          </a:p>
          <a:p>
            <a:pPr fontAlgn="base"/>
            <a:endParaRPr lang="fr-FR" b="1" dirty="0"/>
          </a:p>
          <a:p>
            <a:pPr fontAlgn="base"/>
            <a:endParaRPr lang="fr-FR" b="1" noProof="0" dirty="0"/>
          </a:p>
        </p:txBody>
      </p:sp>
      <p:sp>
        <p:nvSpPr>
          <p:cNvPr id="2" name="Espace réservé du numéro de diapositive 1">
            <a:extLst>
              <a:ext uri="{FF2B5EF4-FFF2-40B4-BE49-F238E27FC236}">
                <a16:creationId xmlns:a16="http://schemas.microsoft.com/office/drawing/2014/main" id="{F6B6D7D7-76BE-D9D1-3FE0-7BC9709EFC34}"/>
              </a:ext>
            </a:extLst>
          </p:cNvPr>
          <p:cNvSpPr>
            <a:spLocks noGrp="1"/>
          </p:cNvSpPr>
          <p:nvPr>
            <p:ph type="sldNum" sz="quarter" idx="10"/>
          </p:nvPr>
        </p:nvSpPr>
        <p:spPr/>
        <p:txBody>
          <a:bodyPr/>
          <a:lstStyle/>
          <a:p>
            <a:fld id="{525A3C56-E491-49B2-93F3-63532DF516BC}" type="slidenum">
              <a:rPr lang="en-CA" smtClean="0"/>
              <a:t>6</a:t>
            </a:fld>
            <a:endParaRPr lang="en-CA"/>
          </a:p>
        </p:txBody>
      </p:sp>
      <p:pic>
        <p:nvPicPr>
          <p:cNvPr id="3" name="Picture 4" descr="Layered Architecture (Couches)">
            <a:extLst>
              <a:ext uri="{FF2B5EF4-FFF2-40B4-BE49-F238E27FC236}">
                <a16:creationId xmlns:a16="http://schemas.microsoft.com/office/drawing/2014/main" id="{2E625902-6B0F-B4EA-D2CE-B56F6A3F28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5503" y="1708265"/>
            <a:ext cx="2740947" cy="386748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999E8C9-D645-3BC0-6C3A-ECE0D096936D}"/>
              </a:ext>
            </a:extLst>
          </p:cNvPr>
          <p:cNvSpPr/>
          <p:nvPr/>
        </p:nvSpPr>
        <p:spPr bwMode="gray">
          <a:xfrm>
            <a:off x="7325775" y="1708266"/>
            <a:ext cx="2740946" cy="782016"/>
          </a:xfrm>
          <a:prstGeom prst="rect">
            <a:avLst/>
          </a:prstGeom>
          <a:noFill/>
          <a:ln w="38100" algn="ctr">
            <a:solidFill>
              <a:schemeClr val="accent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Tree>
    <p:extLst>
      <p:ext uri="{BB962C8B-B14F-4D97-AF65-F5344CB8AC3E}">
        <p14:creationId xmlns:p14="http://schemas.microsoft.com/office/powerpoint/2010/main" val="3276371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BD66A-2271-8D77-ECF1-219ADE363A8C}"/>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121EB599-F924-6E0A-0B1B-FD720C31B792}"/>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noProof="0" dirty="0"/>
              <a:t>Architecture en 3 couches</a:t>
            </a:r>
          </a:p>
        </p:txBody>
      </p:sp>
      <p:sp>
        <p:nvSpPr>
          <p:cNvPr id="11" name="TextBox 10">
            <a:extLst>
              <a:ext uri="{FF2B5EF4-FFF2-40B4-BE49-F238E27FC236}">
                <a16:creationId xmlns:a16="http://schemas.microsoft.com/office/drawing/2014/main" id="{88A1CF14-AE6C-B091-4DE5-334C1561035D}"/>
              </a:ext>
            </a:extLst>
          </p:cNvPr>
          <p:cNvSpPr txBox="1"/>
          <p:nvPr/>
        </p:nvSpPr>
        <p:spPr>
          <a:xfrm>
            <a:off x="765737" y="1554029"/>
            <a:ext cx="10210799" cy="57861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sz="2000" b="1" dirty="0"/>
              <a:t>Logique métier </a:t>
            </a:r>
            <a:r>
              <a:rPr lang="fr-FR" sz="2000" dirty="0"/>
              <a:t>– Le cerveau de l’application</a:t>
            </a:r>
          </a:p>
          <a:p>
            <a:pPr fontAlgn="base"/>
            <a:endParaRPr lang="fr-FR" b="1" dirty="0"/>
          </a:p>
          <a:p>
            <a:pPr marL="285750" indent="-285750" fontAlgn="base">
              <a:buFont typeface="Arial" panose="020B0604020202020204" pitchFamily="34" charset="0"/>
              <a:buChar char="•"/>
            </a:pPr>
            <a:r>
              <a:rPr lang="fr-FR" b="1" dirty="0"/>
              <a:t>Responsabilité</a:t>
            </a:r>
          </a:p>
          <a:p>
            <a:pPr marL="742950" lvl="1" indent="-285750" fontAlgn="base">
              <a:buFont typeface="Arial" panose="020B0604020202020204" pitchFamily="34" charset="0"/>
              <a:buChar char="•"/>
            </a:pPr>
            <a:r>
              <a:rPr lang="fr-FR" sz="1600" dirty="0"/>
              <a:t>Logique métier</a:t>
            </a:r>
          </a:p>
          <a:p>
            <a:pPr marL="742950" lvl="1" indent="-285750" fontAlgn="base">
              <a:buFont typeface="Arial" panose="020B0604020202020204" pitchFamily="34" charset="0"/>
              <a:buChar char="•"/>
            </a:pPr>
            <a:r>
              <a:rPr lang="fr-FR" sz="1600" dirty="0"/>
              <a:t>Règles fonctionnelles</a:t>
            </a:r>
          </a:p>
          <a:p>
            <a:pPr marL="742950" lvl="1" indent="-285750" fontAlgn="base">
              <a:buFont typeface="Arial" panose="020B0604020202020204" pitchFamily="34" charset="0"/>
              <a:buChar char="•"/>
            </a:pPr>
            <a:r>
              <a:rPr lang="fr-FR" sz="1600" dirty="0"/>
              <a:t>Orchestration</a:t>
            </a:r>
          </a:p>
          <a:p>
            <a:pPr lvl="1" fontAlgn="base"/>
            <a:endParaRPr lang="fr-FR" b="1" noProof="0" dirty="0"/>
          </a:p>
          <a:p>
            <a:pPr marL="285750" indent="-285750" fontAlgn="base">
              <a:buFont typeface="Arial" panose="020B0604020202020204" pitchFamily="34" charset="0"/>
              <a:buChar char="•"/>
            </a:pPr>
            <a:r>
              <a:rPr lang="fr-FR" b="1" noProof="0" dirty="0"/>
              <a:t>Idée clé</a:t>
            </a:r>
          </a:p>
          <a:p>
            <a:pPr marL="742950" lvl="1" indent="-285750" fontAlgn="base">
              <a:buFont typeface="Arial" panose="020B0604020202020204" pitchFamily="34" charset="0"/>
              <a:buChar char="•"/>
            </a:pPr>
            <a:r>
              <a:rPr lang="fr-FR" sz="1600" dirty="0"/>
              <a:t>Corps de l’application.</a:t>
            </a:r>
          </a:p>
          <a:p>
            <a:pPr marL="285750" indent="-285750" fontAlgn="base">
              <a:buFont typeface="Arial" panose="020B0604020202020204" pitchFamily="34" charset="0"/>
              <a:buChar char="•"/>
            </a:pPr>
            <a:endParaRPr lang="fr-FR" sz="1600" noProof="0" dirty="0"/>
          </a:p>
          <a:p>
            <a:pPr marL="285750" indent="-285750" fontAlgn="base">
              <a:buFont typeface="Arial" panose="020B0604020202020204" pitchFamily="34" charset="0"/>
              <a:buChar char="•"/>
            </a:pPr>
            <a:r>
              <a:rPr lang="fr-FR" b="1" dirty="0"/>
              <a:t>Ce qu’on peut y trouver</a:t>
            </a:r>
          </a:p>
          <a:p>
            <a:pPr marL="742950" lvl="1" indent="-285750" fontAlgn="base">
              <a:buFont typeface="Arial" panose="020B0604020202020204" pitchFamily="34" charset="0"/>
              <a:buChar char="•"/>
            </a:pPr>
            <a:r>
              <a:rPr lang="fr-FR" sz="1600" dirty="0"/>
              <a:t>Calcul d’un prix</a:t>
            </a:r>
          </a:p>
          <a:p>
            <a:pPr marL="742950" lvl="1" indent="-285750" fontAlgn="base">
              <a:buFont typeface="Arial" panose="020B0604020202020204" pitchFamily="34" charset="0"/>
              <a:buChar char="•"/>
            </a:pPr>
            <a:r>
              <a:rPr lang="fr-FR" sz="1600" dirty="0"/>
              <a:t>Vérification de règles</a:t>
            </a:r>
          </a:p>
          <a:p>
            <a:pPr marL="742950" lvl="1" indent="-285750" fontAlgn="base">
              <a:buFont typeface="Arial" panose="020B0604020202020204" pitchFamily="34" charset="0"/>
              <a:buChar char="•"/>
            </a:pPr>
            <a:r>
              <a:rPr lang="fr-FR" sz="1600" dirty="0"/>
              <a:t>Entités métiers</a:t>
            </a:r>
          </a:p>
          <a:p>
            <a:pPr fontAlgn="base"/>
            <a:endParaRPr lang="fr-FR" dirty="0"/>
          </a:p>
          <a:p>
            <a:pPr marL="285750" indent="-285750" fontAlgn="base">
              <a:buFont typeface="Arial" panose="020B0604020202020204" pitchFamily="34" charset="0"/>
              <a:buChar char="•"/>
            </a:pPr>
            <a:r>
              <a:rPr lang="fr-FR" b="1" dirty="0"/>
              <a:t>Ce qu’on ne DOIT PAS y trouver</a:t>
            </a:r>
          </a:p>
          <a:p>
            <a:pPr marL="742950" lvl="1" indent="-285750" fontAlgn="base">
              <a:buFont typeface="Arial" panose="020B0604020202020204" pitchFamily="34" charset="0"/>
              <a:buChar char="•"/>
            </a:pPr>
            <a:r>
              <a:rPr lang="fr-FR" sz="1600" dirty="0"/>
              <a:t>Appel à la base de données</a:t>
            </a:r>
          </a:p>
          <a:p>
            <a:pPr marL="742950" lvl="1" indent="-285750" fontAlgn="base">
              <a:buFont typeface="Arial" panose="020B0604020202020204" pitchFamily="34" charset="0"/>
              <a:buChar char="•"/>
            </a:pPr>
            <a:r>
              <a:rPr lang="fr-FR" sz="1600" dirty="0"/>
              <a:t>Gestion HTTP</a:t>
            </a:r>
          </a:p>
          <a:p>
            <a:pPr marL="742950" lvl="1" indent="-285750" fontAlgn="base">
              <a:buFont typeface="Arial" panose="020B0604020202020204" pitchFamily="34" charset="0"/>
              <a:buChar char="•"/>
            </a:pPr>
            <a:endParaRPr lang="fr-FR" sz="1600" noProof="0" dirty="0"/>
          </a:p>
          <a:p>
            <a:pPr marL="742950" lvl="1" indent="-285750" fontAlgn="base">
              <a:buFont typeface="Arial" panose="020B0604020202020204" pitchFamily="34" charset="0"/>
              <a:buChar char="•"/>
            </a:pPr>
            <a:endParaRPr lang="fr-FR" noProof="0" dirty="0"/>
          </a:p>
          <a:p>
            <a:pPr fontAlgn="base"/>
            <a:endParaRPr lang="fr-FR" b="1" dirty="0"/>
          </a:p>
          <a:p>
            <a:pPr fontAlgn="base"/>
            <a:endParaRPr lang="fr-FR" b="1" noProof="0" dirty="0"/>
          </a:p>
        </p:txBody>
      </p:sp>
      <p:sp>
        <p:nvSpPr>
          <p:cNvPr id="2" name="Espace réservé du numéro de diapositive 1">
            <a:extLst>
              <a:ext uri="{FF2B5EF4-FFF2-40B4-BE49-F238E27FC236}">
                <a16:creationId xmlns:a16="http://schemas.microsoft.com/office/drawing/2014/main" id="{36B13159-91D4-2053-AA35-280A2B6A7517}"/>
              </a:ext>
            </a:extLst>
          </p:cNvPr>
          <p:cNvSpPr>
            <a:spLocks noGrp="1"/>
          </p:cNvSpPr>
          <p:nvPr>
            <p:ph type="sldNum" sz="quarter" idx="10"/>
          </p:nvPr>
        </p:nvSpPr>
        <p:spPr/>
        <p:txBody>
          <a:bodyPr/>
          <a:lstStyle/>
          <a:p>
            <a:fld id="{525A3C56-E491-49B2-93F3-63532DF516BC}" type="slidenum">
              <a:rPr lang="en-CA" smtClean="0"/>
              <a:t>7</a:t>
            </a:fld>
            <a:endParaRPr lang="en-CA"/>
          </a:p>
        </p:txBody>
      </p:sp>
      <p:pic>
        <p:nvPicPr>
          <p:cNvPr id="3" name="Picture 4" descr="Layered Architecture (Couches)">
            <a:extLst>
              <a:ext uri="{FF2B5EF4-FFF2-40B4-BE49-F238E27FC236}">
                <a16:creationId xmlns:a16="http://schemas.microsoft.com/office/drawing/2014/main" id="{D3DB0F65-8B03-B964-3281-66FFD1B755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5503" y="1708265"/>
            <a:ext cx="2740947" cy="386748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CB33BC84-61EB-9AFF-9B9B-746121320D51}"/>
              </a:ext>
            </a:extLst>
          </p:cNvPr>
          <p:cNvSpPr/>
          <p:nvPr/>
        </p:nvSpPr>
        <p:spPr bwMode="gray">
          <a:xfrm>
            <a:off x="7316049" y="2729670"/>
            <a:ext cx="2740946" cy="782016"/>
          </a:xfrm>
          <a:prstGeom prst="rect">
            <a:avLst/>
          </a:prstGeom>
          <a:noFill/>
          <a:ln w="38100" algn="ctr">
            <a:solidFill>
              <a:schemeClr val="accent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Tree>
    <p:extLst>
      <p:ext uri="{BB962C8B-B14F-4D97-AF65-F5344CB8AC3E}">
        <p14:creationId xmlns:p14="http://schemas.microsoft.com/office/powerpoint/2010/main" val="3650445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9E852-7F92-2E4D-04E1-93F6EC6396BA}"/>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1FFD3F28-7745-F6E6-C85E-6BFA0D3C1702}"/>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noProof="0" dirty="0"/>
              <a:t>Architecture en 3 couches</a:t>
            </a:r>
          </a:p>
        </p:txBody>
      </p:sp>
      <p:sp>
        <p:nvSpPr>
          <p:cNvPr id="11" name="TextBox 10">
            <a:extLst>
              <a:ext uri="{FF2B5EF4-FFF2-40B4-BE49-F238E27FC236}">
                <a16:creationId xmlns:a16="http://schemas.microsoft.com/office/drawing/2014/main" id="{D29E26DD-4AC7-18C5-A102-BC86D241D679}"/>
              </a:ext>
            </a:extLst>
          </p:cNvPr>
          <p:cNvSpPr txBox="1"/>
          <p:nvPr/>
        </p:nvSpPr>
        <p:spPr>
          <a:xfrm>
            <a:off x="765737" y="1708265"/>
            <a:ext cx="10210799" cy="480131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sz="2000" b="1" dirty="0"/>
              <a:t>Persistance / Data Access Object (DAO) / Repository </a:t>
            </a:r>
            <a:r>
              <a:rPr lang="fr-FR" sz="2000" dirty="0"/>
              <a:t>– L’accès aux données</a:t>
            </a:r>
          </a:p>
          <a:p>
            <a:pPr fontAlgn="base"/>
            <a:endParaRPr lang="fr-FR" b="1" dirty="0"/>
          </a:p>
          <a:p>
            <a:pPr marL="285750" indent="-285750" fontAlgn="base">
              <a:buFont typeface="Arial" panose="020B0604020202020204" pitchFamily="34" charset="0"/>
              <a:buChar char="•"/>
            </a:pPr>
            <a:r>
              <a:rPr lang="fr-FR" b="1" dirty="0"/>
              <a:t>Responsabilité</a:t>
            </a:r>
          </a:p>
          <a:p>
            <a:pPr marL="742950" lvl="1" indent="-285750" fontAlgn="base">
              <a:buFont typeface="Arial" panose="020B0604020202020204" pitchFamily="34" charset="0"/>
              <a:buChar char="•"/>
            </a:pPr>
            <a:r>
              <a:rPr lang="fr-FR" sz="1600" dirty="0"/>
              <a:t>Interactions avec la base de données</a:t>
            </a:r>
          </a:p>
          <a:p>
            <a:pPr marL="742950" lvl="1" indent="-285750" fontAlgn="base">
              <a:buFont typeface="Arial" panose="020B0604020202020204" pitchFamily="34" charset="0"/>
              <a:buChar char="•"/>
            </a:pPr>
            <a:r>
              <a:rPr lang="fr-FR" sz="1600" dirty="0"/>
              <a:t>Conversion de la base de données en objet Java </a:t>
            </a:r>
          </a:p>
          <a:p>
            <a:pPr lvl="1" fontAlgn="base"/>
            <a:endParaRPr lang="fr-FR" b="1" noProof="0" dirty="0"/>
          </a:p>
          <a:p>
            <a:pPr marL="285750" indent="-285750" fontAlgn="base">
              <a:buFont typeface="Arial" panose="020B0604020202020204" pitchFamily="34" charset="0"/>
              <a:buChar char="•"/>
            </a:pPr>
            <a:r>
              <a:rPr lang="fr-FR" b="1" noProof="0" dirty="0"/>
              <a:t>Idée clé</a:t>
            </a:r>
          </a:p>
          <a:p>
            <a:pPr marL="742950" lvl="1" indent="-285750" fontAlgn="base">
              <a:buFont typeface="Arial" panose="020B0604020202020204" pitchFamily="34" charset="0"/>
              <a:buChar char="•"/>
            </a:pPr>
            <a:r>
              <a:rPr lang="fr-FR" sz="1600" dirty="0"/>
              <a:t>Est indépendant de la couche de présentation.</a:t>
            </a:r>
          </a:p>
          <a:p>
            <a:pPr marL="285750" indent="-285750" fontAlgn="base">
              <a:buFont typeface="Arial" panose="020B0604020202020204" pitchFamily="34" charset="0"/>
              <a:buChar char="•"/>
            </a:pPr>
            <a:endParaRPr lang="fr-FR" sz="1600" noProof="0" dirty="0"/>
          </a:p>
          <a:p>
            <a:pPr marL="285750" indent="-285750" fontAlgn="base">
              <a:buFont typeface="Arial" panose="020B0604020202020204" pitchFamily="34" charset="0"/>
              <a:buChar char="•"/>
            </a:pPr>
            <a:r>
              <a:rPr lang="fr-FR" b="1" dirty="0"/>
              <a:t>Ce qu’on peut y trouver</a:t>
            </a:r>
          </a:p>
          <a:p>
            <a:pPr marL="742950" lvl="1" indent="-285750" fontAlgn="base">
              <a:buFont typeface="Arial" panose="020B0604020202020204" pitchFamily="34" charset="0"/>
              <a:buChar char="•"/>
            </a:pPr>
            <a:r>
              <a:rPr lang="fr-FR" sz="1600" dirty="0"/>
              <a:t>Création d’une requête SQL</a:t>
            </a:r>
          </a:p>
          <a:p>
            <a:pPr marL="285750" indent="-285750" fontAlgn="base">
              <a:buFont typeface="Arial" panose="020B0604020202020204" pitchFamily="34" charset="0"/>
              <a:buChar char="•"/>
            </a:pPr>
            <a:endParaRPr lang="fr-FR" dirty="0"/>
          </a:p>
          <a:p>
            <a:pPr marL="285750" indent="-285750" fontAlgn="base">
              <a:buFont typeface="Arial" panose="020B0604020202020204" pitchFamily="34" charset="0"/>
              <a:buChar char="•"/>
            </a:pPr>
            <a:r>
              <a:rPr lang="fr-FR" b="1" dirty="0"/>
              <a:t>Ce qu’on ne DOIT PAS y trouver</a:t>
            </a:r>
          </a:p>
          <a:p>
            <a:pPr marL="742950" lvl="1" indent="-285750" fontAlgn="base">
              <a:buFont typeface="Arial" panose="020B0604020202020204" pitchFamily="34" charset="0"/>
              <a:buChar char="•"/>
            </a:pPr>
            <a:r>
              <a:rPr lang="fr-FR" sz="1600" dirty="0"/>
              <a:t>Logique métier</a:t>
            </a:r>
          </a:p>
          <a:p>
            <a:pPr marL="742950" lvl="1" indent="-285750" fontAlgn="base">
              <a:buFont typeface="Arial" panose="020B0604020202020204" pitchFamily="34" charset="0"/>
              <a:buChar char="•"/>
            </a:pPr>
            <a:r>
              <a:rPr lang="fr-FR" sz="1600" dirty="0"/>
              <a:t>Gestion HTTP</a:t>
            </a:r>
          </a:p>
          <a:p>
            <a:pPr marL="742950" lvl="1" indent="-285750" fontAlgn="base">
              <a:buFont typeface="Arial" panose="020B0604020202020204" pitchFamily="34" charset="0"/>
              <a:buChar char="•"/>
            </a:pPr>
            <a:endParaRPr lang="fr-FR" noProof="0" dirty="0"/>
          </a:p>
          <a:p>
            <a:pPr fontAlgn="base"/>
            <a:endParaRPr lang="fr-FR" b="1" dirty="0"/>
          </a:p>
          <a:p>
            <a:pPr fontAlgn="base"/>
            <a:endParaRPr lang="fr-FR" b="1" noProof="0" dirty="0"/>
          </a:p>
        </p:txBody>
      </p:sp>
      <p:sp>
        <p:nvSpPr>
          <p:cNvPr id="2" name="Espace réservé du numéro de diapositive 1">
            <a:extLst>
              <a:ext uri="{FF2B5EF4-FFF2-40B4-BE49-F238E27FC236}">
                <a16:creationId xmlns:a16="http://schemas.microsoft.com/office/drawing/2014/main" id="{A1749B59-F012-7E1A-F618-BDE373A20F06}"/>
              </a:ext>
            </a:extLst>
          </p:cNvPr>
          <p:cNvSpPr>
            <a:spLocks noGrp="1"/>
          </p:cNvSpPr>
          <p:nvPr>
            <p:ph type="sldNum" sz="quarter" idx="10"/>
          </p:nvPr>
        </p:nvSpPr>
        <p:spPr/>
        <p:txBody>
          <a:bodyPr/>
          <a:lstStyle/>
          <a:p>
            <a:fld id="{525A3C56-E491-49B2-93F3-63532DF516BC}" type="slidenum">
              <a:rPr lang="en-CA" smtClean="0"/>
              <a:t>8</a:t>
            </a:fld>
            <a:endParaRPr lang="en-CA"/>
          </a:p>
        </p:txBody>
      </p:sp>
      <p:pic>
        <p:nvPicPr>
          <p:cNvPr id="3" name="Picture 4" descr="Layered Architecture (Couches)">
            <a:extLst>
              <a:ext uri="{FF2B5EF4-FFF2-40B4-BE49-F238E27FC236}">
                <a16:creationId xmlns:a16="http://schemas.microsoft.com/office/drawing/2014/main" id="{B9089B0C-FBB3-5E2D-0EEF-C12528139F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4959" y="2087643"/>
            <a:ext cx="2740947" cy="386748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D44D018D-1B04-AF14-CCF8-0F22A3C4F319}"/>
              </a:ext>
            </a:extLst>
          </p:cNvPr>
          <p:cNvSpPr/>
          <p:nvPr/>
        </p:nvSpPr>
        <p:spPr bwMode="gray">
          <a:xfrm>
            <a:off x="7335503" y="4159635"/>
            <a:ext cx="2740946" cy="782016"/>
          </a:xfrm>
          <a:prstGeom prst="rect">
            <a:avLst/>
          </a:prstGeom>
          <a:noFill/>
          <a:ln w="38100" algn="ctr">
            <a:solidFill>
              <a:schemeClr val="accent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Tree>
    <p:extLst>
      <p:ext uri="{BB962C8B-B14F-4D97-AF65-F5344CB8AC3E}">
        <p14:creationId xmlns:p14="http://schemas.microsoft.com/office/powerpoint/2010/main" val="956086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0159A-0AAD-9B02-DD52-863C8B852DF6}"/>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4DC41EE0-FCBD-2A26-C1E8-3E02F6977F20}"/>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noProof="0" dirty="0"/>
              <a:t>Architecture en 3 couches</a:t>
            </a:r>
          </a:p>
        </p:txBody>
      </p:sp>
      <p:sp>
        <p:nvSpPr>
          <p:cNvPr id="2" name="Espace réservé du numéro de diapositive 1">
            <a:extLst>
              <a:ext uri="{FF2B5EF4-FFF2-40B4-BE49-F238E27FC236}">
                <a16:creationId xmlns:a16="http://schemas.microsoft.com/office/drawing/2014/main" id="{93160796-F9F0-B04B-A8D1-C46C6507EA9A}"/>
              </a:ext>
            </a:extLst>
          </p:cNvPr>
          <p:cNvSpPr>
            <a:spLocks noGrp="1"/>
          </p:cNvSpPr>
          <p:nvPr>
            <p:ph type="sldNum" sz="quarter" idx="10"/>
          </p:nvPr>
        </p:nvSpPr>
        <p:spPr/>
        <p:txBody>
          <a:bodyPr/>
          <a:lstStyle/>
          <a:p>
            <a:fld id="{525A3C56-E491-49B2-93F3-63532DF516BC}" type="slidenum">
              <a:rPr lang="en-CA" smtClean="0"/>
              <a:t>9</a:t>
            </a:fld>
            <a:endParaRPr lang="en-CA"/>
          </a:p>
        </p:txBody>
      </p:sp>
      <p:pic>
        <p:nvPicPr>
          <p:cNvPr id="13" name="Image 12">
            <a:extLst>
              <a:ext uri="{FF2B5EF4-FFF2-40B4-BE49-F238E27FC236}">
                <a16:creationId xmlns:a16="http://schemas.microsoft.com/office/drawing/2014/main" id="{ACDB9F21-390F-4468-B3D4-9458C9CDBEC6}"/>
              </a:ext>
            </a:extLst>
          </p:cNvPr>
          <p:cNvPicPr>
            <a:picLocks noChangeAspect="1"/>
          </p:cNvPicPr>
          <p:nvPr/>
        </p:nvPicPr>
        <p:blipFill>
          <a:blip r:embed="rId3"/>
          <a:stretch>
            <a:fillRect/>
          </a:stretch>
        </p:blipFill>
        <p:spPr>
          <a:xfrm>
            <a:off x="3860450" y="1431031"/>
            <a:ext cx="4487012" cy="4833277"/>
          </a:xfrm>
          <a:prstGeom prst="rect">
            <a:avLst/>
          </a:prstGeom>
          <a:ln>
            <a:solidFill>
              <a:schemeClr val="tx1"/>
            </a:solidFill>
          </a:ln>
        </p:spPr>
      </p:pic>
    </p:spTree>
    <p:extLst>
      <p:ext uri="{BB962C8B-B14F-4D97-AF65-F5344CB8AC3E}">
        <p14:creationId xmlns:p14="http://schemas.microsoft.com/office/powerpoint/2010/main" val="3249354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E7B57-CFF4-1196-B578-D6565F9FB6C8}"/>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6ED5AA6F-DDC3-BBEE-FD89-33454C62B1AC}"/>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Architecture en 3 couches : A vous de jouer ! </a:t>
            </a:r>
            <a:endParaRPr lang="fr-FR" sz="3600" noProof="0" dirty="0"/>
          </a:p>
        </p:txBody>
      </p:sp>
      <p:sp>
        <p:nvSpPr>
          <p:cNvPr id="11" name="TextBox 10">
            <a:extLst>
              <a:ext uri="{FF2B5EF4-FFF2-40B4-BE49-F238E27FC236}">
                <a16:creationId xmlns:a16="http://schemas.microsoft.com/office/drawing/2014/main" id="{F7665145-E21E-9CD6-9439-11C175889BA4}"/>
              </a:ext>
            </a:extLst>
          </p:cNvPr>
          <p:cNvSpPr txBox="1"/>
          <p:nvPr/>
        </p:nvSpPr>
        <p:spPr>
          <a:xfrm>
            <a:off x="843742" y="1708265"/>
            <a:ext cx="10210799" cy="320087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sz="1600" b="1" noProof="0" dirty="0"/>
              <a:t>Identifiez la couche responsable : </a:t>
            </a:r>
            <a:endParaRPr lang="fr-FR" sz="1600" dirty="0"/>
          </a:p>
          <a:p>
            <a:pPr marL="285750" indent="-285750" fontAlgn="base">
              <a:buFont typeface="Arial" panose="020B0604020202020204" pitchFamily="34" charset="0"/>
              <a:buChar char="•"/>
            </a:pPr>
            <a:endParaRPr lang="fr-FR" sz="1600" dirty="0"/>
          </a:p>
          <a:p>
            <a:pPr marL="285750" indent="-285750" fontAlgn="base">
              <a:buFont typeface="Arial" panose="020B0604020202020204" pitchFamily="34" charset="0"/>
              <a:buChar char="•"/>
            </a:pPr>
            <a:r>
              <a:rPr lang="fr-FR" sz="1600" dirty="0"/>
              <a:t>Récupérer l’identifiant « </a:t>
            </a:r>
            <a:r>
              <a:rPr lang="fr-FR" sz="1600" dirty="0" err="1">
                <a:latin typeface="Courier New" panose="02070309020205020404" pitchFamily="49" charset="0"/>
                <a:cs typeface="Courier New" panose="02070309020205020404" pitchFamily="49" charset="0"/>
              </a:rPr>
              <a:t>studentId</a:t>
            </a:r>
            <a:r>
              <a:rPr lang="fr-FR" sz="1600" dirty="0"/>
              <a:t> » depuis l’URL « </a:t>
            </a:r>
            <a:r>
              <a:rPr lang="fr-FR" sz="1600" dirty="0">
                <a:latin typeface="Courier New" panose="02070309020205020404" pitchFamily="49" charset="0"/>
                <a:cs typeface="Courier New" panose="02070309020205020404" pitchFamily="49" charset="0"/>
              </a:rPr>
              <a:t>/</a:t>
            </a:r>
            <a:r>
              <a:rPr lang="fr-FR" sz="1600" dirty="0" err="1">
                <a:latin typeface="Courier New" panose="02070309020205020404" pitchFamily="49" charset="0"/>
                <a:cs typeface="Courier New" panose="02070309020205020404" pitchFamily="49" charset="0"/>
              </a:rPr>
              <a:t>student</a:t>
            </a:r>
            <a:r>
              <a:rPr lang="fr-FR" sz="1600" dirty="0">
                <a:latin typeface="Courier New" panose="02070309020205020404" pitchFamily="49" charset="0"/>
                <a:cs typeface="Courier New" panose="02070309020205020404" pitchFamily="49" charset="0"/>
              </a:rPr>
              <a:t>/42 </a:t>
            </a:r>
            <a:r>
              <a:rPr lang="fr-FR" sz="1600" dirty="0"/>
              <a:t>» ?</a:t>
            </a:r>
          </a:p>
          <a:p>
            <a:pPr marL="742950" lvl="1" indent="-285750" fontAlgn="base">
              <a:buFont typeface="Arial" panose="020B0604020202020204" pitchFamily="34" charset="0"/>
              <a:buChar char="•"/>
            </a:pPr>
            <a:r>
              <a:rPr lang="fr-FR" sz="1600" b="1" dirty="0"/>
              <a:t>Présentation </a:t>
            </a:r>
            <a:r>
              <a:rPr lang="fr-FR" sz="1600" dirty="0">
                <a:sym typeface="Wingdings" panose="05000000000000000000" pitchFamily="2" charset="2"/>
              </a:rPr>
              <a:t> interprétation requête HTTP</a:t>
            </a:r>
            <a:endParaRPr lang="fr-FR" sz="1600" dirty="0"/>
          </a:p>
          <a:p>
            <a:pPr marL="285750" indent="-285750" fontAlgn="base">
              <a:buFont typeface="Arial" panose="020B0604020202020204" pitchFamily="34" charset="0"/>
              <a:buChar char="•"/>
            </a:pPr>
            <a:endParaRPr lang="fr-FR" sz="1600" dirty="0"/>
          </a:p>
          <a:p>
            <a:pPr marL="285750" indent="-285750" fontAlgn="base">
              <a:buFont typeface="Arial" panose="020B0604020202020204" pitchFamily="34" charset="0"/>
              <a:buChar char="•"/>
            </a:pPr>
            <a:r>
              <a:rPr lang="fr-FR" sz="1600" dirty="0"/>
              <a:t>Transformer une erreur SQL (exception) en message d’erreur compréhensible pour l’utilisateur.</a:t>
            </a:r>
          </a:p>
          <a:p>
            <a:pPr marL="742950" lvl="1" indent="-285750" fontAlgn="base">
              <a:buFont typeface="Arial" panose="020B0604020202020204" pitchFamily="34" charset="0"/>
              <a:buChar char="•"/>
            </a:pPr>
            <a:r>
              <a:rPr lang="fr-FR" sz="1600" b="1" dirty="0"/>
              <a:t>Service</a:t>
            </a:r>
            <a:r>
              <a:rPr lang="fr-FR" sz="1600" dirty="0"/>
              <a:t> </a:t>
            </a:r>
            <a:r>
              <a:rPr lang="fr-FR" sz="1600" dirty="0">
                <a:sym typeface="Wingdings" panose="05000000000000000000" pitchFamily="2" charset="2"/>
              </a:rPr>
              <a:t> Catch de l’exception SQL (technique) et la transforme en exception personnalisée (fonctionnelle/métier)</a:t>
            </a:r>
            <a:endParaRPr lang="fr-FR" sz="1600" dirty="0"/>
          </a:p>
          <a:p>
            <a:pPr marL="742950" lvl="1" indent="-285750" fontAlgn="base">
              <a:buFont typeface="Arial" panose="020B0604020202020204" pitchFamily="34" charset="0"/>
              <a:buChar char="•"/>
            </a:pPr>
            <a:r>
              <a:rPr lang="fr-FR" sz="1600" b="1" dirty="0"/>
              <a:t>Présentation </a:t>
            </a:r>
            <a:r>
              <a:rPr lang="fr-FR" sz="1600" b="1" dirty="0">
                <a:sym typeface="Wingdings" panose="05000000000000000000" pitchFamily="2" charset="2"/>
              </a:rPr>
              <a:t></a:t>
            </a:r>
            <a:r>
              <a:rPr lang="fr-FR" sz="1600" dirty="0">
                <a:sym typeface="Wingdings" panose="05000000000000000000" pitchFamily="2" charset="2"/>
              </a:rPr>
              <a:t> Catch exception fonctionnelle + traduction en réponse HTTP (code + body)</a:t>
            </a:r>
            <a:endParaRPr lang="fr-FR" sz="1600" dirty="0"/>
          </a:p>
          <a:p>
            <a:pPr fontAlgn="base"/>
            <a:endParaRPr lang="fr-FR" sz="1600" dirty="0"/>
          </a:p>
          <a:p>
            <a:pPr marL="285750" indent="-285750" fontAlgn="base">
              <a:buFont typeface="Arial" panose="020B0604020202020204" pitchFamily="34" charset="0"/>
              <a:buChar char="•"/>
            </a:pPr>
            <a:r>
              <a:rPr lang="fr-FR" sz="1600" dirty="0"/>
              <a:t>Déterminer si un étudiant est admis en fonction de sa moyenne.</a:t>
            </a:r>
          </a:p>
          <a:p>
            <a:pPr marL="742950" lvl="1" indent="-285750" fontAlgn="base">
              <a:buFont typeface="Arial" panose="020B0604020202020204" pitchFamily="34" charset="0"/>
              <a:buChar char="•"/>
            </a:pPr>
            <a:r>
              <a:rPr lang="fr-FR" sz="1600" b="1" dirty="0"/>
              <a:t>Service </a:t>
            </a:r>
            <a:r>
              <a:rPr lang="fr-FR" sz="1600" dirty="0">
                <a:sym typeface="Wingdings" panose="05000000000000000000" pitchFamily="2" charset="2"/>
              </a:rPr>
              <a:t> Règle métier, décision fonctionnelle, indépendant de la DB ou du WEB</a:t>
            </a:r>
            <a:endParaRPr lang="fr-FR" sz="1600" dirty="0"/>
          </a:p>
          <a:p>
            <a:pPr marL="285750" indent="-285750" fontAlgn="base">
              <a:buFont typeface="Arial" panose="020B0604020202020204" pitchFamily="34" charset="0"/>
              <a:buChar char="•"/>
            </a:pPr>
            <a:endParaRPr lang="fr-FR" sz="1600" dirty="0"/>
          </a:p>
        </p:txBody>
      </p:sp>
      <p:sp>
        <p:nvSpPr>
          <p:cNvPr id="4" name="Espace réservé du numéro de diapositive 3">
            <a:extLst>
              <a:ext uri="{FF2B5EF4-FFF2-40B4-BE49-F238E27FC236}">
                <a16:creationId xmlns:a16="http://schemas.microsoft.com/office/drawing/2014/main" id="{31A3875F-4C4D-A9C0-7DB5-931ED84E5F32}"/>
              </a:ext>
            </a:extLst>
          </p:cNvPr>
          <p:cNvSpPr>
            <a:spLocks noGrp="1"/>
          </p:cNvSpPr>
          <p:nvPr>
            <p:ph type="sldNum" sz="quarter" idx="10"/>
          </p:nvPr>
        </p:nvSpPr>
        <p:spPr/>
        <p:txBody>
          <a:bodyPr/>
          <a:lstStyle/>
          <a:p>
            <a:fld id="{525A3C56-E491-49B2-93F3-63532DF516BC}" type="slidenum">
              <a:rPr lang="en-CA" smtClean="0"/>
              <a:t>10</a:t>
            </a:fld>
            <a:endParaRPr lang="en-CA"/>
          </a:p>
        </p:txBody>
      </p:sp>
    </p:spTree>
    <p:extLst>
      <p:ext uri="{BB962C8B-B14F-4D97-AF65-F5344CB8AC3E}">
        <p14:creationId xmlns:p14="http://schemas.microsoft.com/office/powerpoint/2010/main" val="3320219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E30B6-5306-A778-8EF0-AF9BB9E5A95E}"/>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4F295B53-055E-2C27-76E2-A22C183F1F17}"/>
              </a:ext>
            </a:extLst>
          </p:cNvPr>
          <p:cNvSpPr>
            <a:spLocks noGrp="1"/>
          </p:cNvSpPr>
          <p:nvPr>
            <p:ph type="title"/>
          </p:nvPr>
        </p:nvSpPr>
        <p:spPr/>
        <p:txBody>
          <a:bodyPr/>
          <a:lstStyle/>
          <a:p>
            <a:r>
              <a:rPr lang="fr-FR" noProof="0" dirty="0"/>
              <a:t>Log système</a:t>
            </a:r>
          </a:p>
        </p:txBody>
      </p:sp>
      <p:sp>
        <p:nvSpPr>
          <p:cNvPr id="2" name="Espace réservé du numéro de diapositive 1">
            <a:extLst>
              <a:ext uri="{FF2B5EF4-FFF2-40B4-BE49-F238E27FC236}">
                <a16:creationId xmlns:a16="http://schemas.microsoft.com/office/drawing/2014/main" id="{C1D6C55D-67BE-F9A8-632C-DFEC08296530}"/>
              </a:ext>
            </a:extLst>
          </p:cNvPr>
          <p:cNvSpPr>
            <a:spLocks noGrp="1"/>
          </p:cNvSpPr>
          <p:nvPr>
            <p:ph type="sldNum" sz="quarter" idx="4"/>
          </p:nvPr>
        </p:nvSpPr>
        <p:spPr/>
        <p:txBody>
          <a:bodyPr/>
          <a:lstStyle/>
          <a:p>
            <a:fld id="{525A3C56-E491-49B2-93F3-63532DF516BC}" type="slidenum">
              <a:rPr lang="en-CA" smtClean="0"/>
              <a:t>11</a:t>
            </a:fld>
            <a:endParaRPr lang="en-CA"/>
          </a:p>
        </p:txBody>
      </p:sp>
    </p:spTree>
    <p:extLst>
      <p:ext uri="{BB962C8B-B14F-4D97-AF65-F5344CB8AC3E}">
        <p14:creationId xmlns:p14="http://schemas.microsoft.com/office/powerpoint/2010/main" val="2124995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2FB87-9F4E-504D-C081-3697AD959990}"/>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52AB6D77-DC23-E8FA-9202-DF54BF8B4960}"/>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err="1"/>
              <a:t>Logging</a:t>
            </a:r>
            <a:r>
              <a:rPr lang="fr-FR" dirty="0"/>
              <a:t> - Généralité</a:t>
            </a:r>
            <a:endParaRPr lang="fr-FR" sz="3600" noProof="0" dirty="0"/>
          </a:p>
        </p:txBody>
      </p:sp>
      <p:sp>
        <p:nvSpPr>
          <p:cNvPr id="11" name="TextBox 10">
            <a:extLst>
              <a:ext uri="{FF2B5EF4-FFF2-40B4-BE49-F238E27FC236}">
                <a16:creationId xmlns:a16="http://schemas.microsoft.com/office/drawing/2014/main" id="{80776BF3-5CC5-B310-5AE0-AE2507673201}"/>
              </a:ext>
            </a:extLst>
          </p:cNvPr>
          <p:cNvSpPr txBox="1"/>
          <p:nvPr/>
        </p:nvSpPr>
        <p:spPr>
          <a:xfrm>
            <a:off x="843742" y="1561279"/>
            <a:ext cx="10210799" cy="453047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fr-FR" sz="1600" b="1" noProof="0" dirty="0"/>
              <a:t>Pourquoi faire du </a:t>
            </a:r>
            <a:r>
              <a:rPr lang="fr-FR" sz="1600" b="1" noProof="0" dirty="0" err="1"/>
              <a:t>logging</a:t>
            </a:r>
            <a:r>
              <a:rPr lang="fr-FR" sz="1600" b="1" noProof="0" dirty="0"/>
              <a:t> ?</a:t>
            </a:r>
          </a:p>
          <a:p>
            <a:pPr marL="285750" indent="-285750">
              <a:lnSpc>
                <a:spcPct val="150000"/>
              </a:lnSpc>
              <a:buFont typeface="Arial" panose="020B0604020202020204" pitchFamily="34" charset="0"/>
              <a:buChar char="•"/>
            </a:pPr>
            <a:r>
              <a:rPr lang="fr-FR" sz="1400" noProof="0" dirty="0"/>
              <a:t>Comprendre le comportement de l’application</a:t>
            </a:r>
          </a:p>
          <a:p>
            <a:pPr marL="285750" indent="-285750">
              <a:lnSpc>
                <a:spcPct val="150000"/>
              </a:lnSpc>
              <a:buFont typeface="Arial" panose="020B0604020202020204" pitchFamily="34" charset="0"/>
              <a:buChar char="•"/>
            </a:pPr>
            <a:r>
              <a:rPr lang="fr-FR" sz="1400" noProof="0" dirty="0"/>
              <a:t>Diagnostiquer rapidement les erreurs en production</a:t>
            </a:r>
          </a:p>
          <a:p>
            <a:pPr marL="285750" indent="-285750">
              <a:lnSpc>
                <a:spcPct val="150000"/>
              </a:lnSpc>
              <a:buFont typeface="Arial" panose="020B0604020202020204" pitchFamily="34" charset="0"/>
              <a:buChar char="•"/>
            </a:pPr>
            <a:r>
              <a:rPr lang="fr-FR" sz="1400" noProof="0" dirty="0"/>
              <a:t>Aider au support et à l’analyse d’incidents</a:t>
            </a:r>
          </a:p>
          <a:p>
            <a:pPr marL="285750" indent="-285750">
              <a:lnSpc>
                <a:spcPct val="150000"/>
              </a:lnSpc>
              <a:buFont typeface="Arial" panose="020B0604020202020204" pitchFamily="34" charset="0"/>
              <a:buChar char="•"/>
            </a:pPr>
            <a:r>
              <a:rPr lang="fr-FR" sz="1400" noProof="0" dirty="0"/>
              <a:t>Avoir une traçabilité des actions métiers</a:t>
            </a:r>
          </a:p>
          <a:p>
            <a:pPr marL="285750" indent="-285750">
              <a:lnSpc>
                <a:spcPct val="150000"/>
              </a:lnSpc>
              <a:buFont typeface="Arial" panose="020B0604020202020204" pitchFamily="34" charset="0"/>
              <a:buChar char="•"/>
            </a:pPr>
            <a:r>
              <a:rPr lang="fr-FR" sz="1400" noProof="0" dirty="0"/>
              <a:t>Fournir des preuves techniques</a:t>
            </a:r>
          </a:p>
          <a:p>
            <a:pPr>
              <a:lnSpc>
                <a:spcPct val="150000"/>
              </a:lnSpc>
            </a:pPr>
            <a:endParaRPr lang="fr-FR" sz="1400" dirty="0"/>
          </a:p>
          <a:p>
            <a:pPr>
              <a:lnSpc>
                <a:spcPct val="150000"/>
              </a:lnSpc>
            </a:pPr>
            <a:r>
              <a:rPr lang="fr-FR" sz="1400" b="1" dirty="0"/>
              <a:t>Que faut-il </a:t>
            </a:r>
            <a:r>
              <a:rPr lang="fr-FR" sz="1400" b="1" dirty="0" err="1"/>
              <a:t>logguer</a:t>
            </a:r>
            <a:r>
              <a:rPr lang="fr-FR" sz="1400" b="1" dirty="0"/>
              <a:t> ?</a:t>
            </a:r>
          </a:p>
          <a:p>
            <a:pPr marL="285750" indent="-285750">
              <a:lnSpc>
                <a:spcPct val="150000"/>
              </a:lnSpc>
              <a:buFont typeface="Arial" panose="020B0604020202020204" pitchFamily="34" charset="0"/>
              <a:buChar char="•"/>
            </a:pPr>
            <a:r>
              <a:rPr lang="fr-FR" sz="1400" dirty="0"/>
              <a:t>Début / fin traitement importants</a:t>
            </a:r>
          </a:p>
          <a:p>
            <a:pPr marL="285750" indent="-285750">
              <a:lnSpc>
                <a:spcPct val="150000"/>
              </a:lnSpc>
              <a:buFont typeface="Arial" panose="020B0604020202020204" pitchFamily="34" charset="0"/>
              <a:buChar char="•"/>
            </a:pPr>
            <a:r>
              <a:rPr lang="fr-FR" sz="1400" dirty="0"/>
              <a:t>Actions métiers clés</a:t>
            </a:r>
          </a:p>
          <a:p>
            <a:pPr marL="285750" indent="-285750">
              <a:lnSpc>
                <a:spcPct val="150000"/>
              </a:lnSpc>
              <a:buFont typeface="Arial" panose="020B0604020202020204" pitchFamily="34" charset="0"/>
              <a:buChar char="•"/>
            </a:pPr>
            <a:r>
              <a:rPr lang="fr-FR" sz="1400" dirty="0"/>
              <a:t>Erreurs catchées</a:t>
            </a:r>
          </a:p>
          <a:p>
            <a:pPr marL="285750" indent="-285750">
              <a:lnSpc>
                <a:spcPct val="150000"/>
              </a:lnSpc>
              <a:buFont typeface="Arial" panose="020B0604020202020204" pitchFamily="34" charset="0"/>
              <a:buChar char="•"/>
            </a:pPr>
            <a:r>
              <a:rPr lang="fr-FR" sz="1400" dirty="0"/>
              <a:t>Cas inattendus</a:t>
            </a:r>
          </a:p>
          <a:p>
            <a:pPr marL="285750" indent="-285750">
              <a:lnSpc>
                <a:spcPct val="150000"/>
              </a:lnSpc>
              <a:buFont typeface="Arial" panose="020B0604020202020204" pitchFamily="34" charset="0"/>
              <a:buChar char="•"/>
            </a:pPr>
            <a:r>
              <a:rPr lang="fr-FR" sz="1400" dirty="0"/>
              <a:t>Appels externes (timeouts, erreurs)</a:t>
            </a:r>
            <a:endParaRPr lang="fr-FR" sz="1400" b="1" dirty="0"/>
          </a:p>
          <a:p>
            <a:pPr>
              <a:lnSpc>
                <a:spcPct val="150000"/>
              </a:lnSpc>
            </a:pPr>
            <a:r>
              <a:rPr lang="fr-FR" sz="1400" noProof="0" dirty="0"/>
              <a:t>⚠️ </a:t>
            </a:r>
            <a:r>
              <a:rPr lang="fr-FR" sz="1400" b="1" noProof="0" dirty="0"/>
              <a:t>Règle d’or </a:t>
            </a:r>
            <a:r>
              <a:rPr lang="fr-FR" sz="1400" noProof="0" dirty="0"/>
              <a:t>: toute erreur non remontée explicitement à l’appelant doit être loguée</a:t>
            </a:r>
          </a:p>
        </p:txBody>
      </p:sp>
      <p:sp>
        <p:nvSpPr>
          <p:cNvPr id="2" name="Espace réservé du numéro de diapositive 1">
            <a:extLst>
              <a:ext uri="{FF2B5EF4-FFF2-40B4-BE49-F238E27FC236}">
                <a16:creationId xmlns:a16="http://schemas.microsoft.com/office/drawing/2014/main" id="{B9D464A8-4A77-B02B-D7D3-2A7F202087F1}"/>
              </a:ext>
            </a:extLst>
          </p:cNvPr>
          <p:cNvSpPr>
            <a:spLocks noGrp="1"/>
          </p:cNvSpPr>
          <p:nvPr>
            <p:ph type="sldNum" sz="quarter" idx="10"/>
          </p:nvPr>
        </p:nvSpPr>
        <p:spPr/>
        <p:txBody>
          <a:bodyPr/>
          <a:lstStyle/>
          <a:p>
            <a:fld id="{525A3C56-E491-49B2-93F3-63532DF516BC}" type="slidenum">
              <a:rPr lang="en-CA" smtClean="0"/>
              <a:t>12</a:t>
            </a:fld>
            <a:endParaRPr lang="en-CA"/>
          </a:p>
        </p:txBody>
      </p:sp>
    </p:spTree>
    <p:extLst>
      <p:ext uri="{BB962C8B-B14F-4D97-AF65-F5344CB8AC3E}">
        <p14:creationId xmlns:p14="http://schemas.microsoft.com/office/powerpoint/2010/main" val="3992157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E9781-5BCD-F665-64F9-54D28DA02B3E}"/>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BE9C793A-60E5-479C-F070-A36985D5A746}"/>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err="1"/>
              <a:t>Logging</a:t>
            </a:r>
            <a:r>
              <a:rPr lang="fr-FR" dirty="0"/>
              <a:t> – Niveau de logs</a:t>
            </a:r>
            <a:endParaRPr lang="fr-FR" sz="3600" noProof="0" dirty="0"/>
          </a:p>
        </p:txBody>
      </p:sp>
      <p:sp>
        <p:nvSpPr>
          <p:cNvPr id="2" name="Espace réservé du numéro de diapositive 1">
            <a:extLst>
              <a:ext uri="{FF2B5EF4-FFF2-40B4-BE49-F238E27FC236}">
                <a16:creationId xmlns:a16="http://schemas.microsoft.com/office/drawing/2014/main" id="{1D2538A6-46E7-48D1-5672-630BD2091B40}"/>
              </a:ext>
            </a:extLst>
          </p:cNvPr>
          <p:cNvSpPr>
            <a:spLocks noGrp="1"/>
          </p:cNvSpPr>
          <p:nvPr>
            <p:ph type="sldNum" sz="quarter" idx="10"/>
          </p:nvPr>
        </p:nvSpPr>
        <p:spPr/>
        <p:txBody>
          <a:bodyPr/>
          <a:lstStyle/>
          <a:p>
            <a:fld id="{525A3C56-E491-49B2-93F3-63532DF516BC}" type="slidenum">
              <a:rPr lang="en-CA" smtClean="0"/>
              <a:t>13</a:t>
            </a:fld>
            <a:endParaRPr lang="en-CA"/>
          </a:p>
        </p:txBody>
      </p:sp>
      <p:sp>
        <p:nvSpPr>
          <p:cNvPr id="9" name="ZoneTexte 8">
            <a:extLst>
              <a:ext uri="{FF2B5EF4-FFF2-40B4-BE49-F238E27FC236}">
                <a16:creationId xmlns:a16="http://schemas.microsoft.com/office/drawing/2014/main" id="{B5C85AD1-9A4C-ECE3-D226-D363F6A3787B}"/>
              </a:ext>
            </a:extLst>
          </p:cNvPr>
          <p:cNvSpPr txBox="1"/>
          <p:nvPr/>
        </p:nvSpPr>
        <p:spPr>
          <a:xfrm>
            <a:off x="765737" y="1440763"/>
            <a:ext cx="9096375" cy="4663264"/>
          </a:xfrm>
          <a:prstGeom prst="rect">
            <a:avLst/>
          </a:prstGeom>
          <a:noFill/>
        </p:spPr>
        <p:txBody>
          <a:bodyPr wrap="square">
            <a:spAutoFit/>
          </a:bodyPr>
          <a:lstStyle/>
          <a:p>
            <a:pPr>
              <a:lnSpc>
                <a:spcPct val="150000"/>
              </a:lnSpc>
            </a:pPr>
            <a:r>
              <a:rPr lang="fr-FR" b="1" dirty="0"/>
              <a:t>Du plus critique au plus verbeux …</a:t>
            </a:r>
            <a:endParaRPr lang="fr-FR" sz="1600" b="1" dirty="0"/>
          </a:p>
          <a:p>
            <a:pPr marL="285750" indent="-285750">
              <a:lnSpc>
                <a:spcPct val="150000"/>
              </a:lnSpc>
              <a:buFont typeface="Arial" panose="020B0604020202020204" pitchFamily="34" charset="0"/>
              <a:buChar char="•"/>
            </a:pPr>
            <a:r>
              <a:rPr lang="fr-FR" sz="1600" b="1" dirty="0"/>
              <a:t>ERROR</a:t>
            </a:r>
            <a:r>
              <a:rPr lang="fr-FR" sz="1600" dirty="0"/>
              <a:t> : erreur empêchant le bon fonctionnement</a:t>
            </a:r>
          </a:p>
          <a:p>
            <a:pPr marL="742950" lvl="1" indent="-285750">
              <a:lnSpc>
                <a:spcPct val="150000"/>
              </a:lnSpc>
              <a:buFont typeface="Arial" panose="020B0604020202020204" pitchFamily="34" charset="0"/>
              <a:buChar char="•"/>
            </a:pPr>
            <a:r>
              <a:rPr lang="fr-FR" sz="1400" u="sng" dirty="0"/>
              <a:t>Ex</a:t>
            </a:r>
            <a:r>
              <a:rPr lang="fr-FR" sz="1400" dirty="0"/>
              <a:t> : Échec de la création d’un étudiant</a:t>
            </a:r>
          </a:p>
          <a:p>
            <a:pPr marL="285750" indent="-285750">
              <a:lnSpc>
                <a:spcPct val="150000"/>
              </a:lnSpc>
              <a:buFont typeface="Arial" panose="020B0604020202020204" pitchFamily="34" charset="0"/>
              <a:buChar char="•"/>
            </a:pPr>
            <a:r>
              <a:rPr lang="fr-FR" sz="1600" b="1" dirty="0"/>
              <a:t>WARN</a:t>
            </a:r>
            <a:r>
              <a:rPr lang="fr-FR" sz="1600" dirty="0"/>
              <a:t> : comportement inattendu mais non bloquant qui mérite une surveillance</a:t>
            </a:r>
          </a:p>
          <a:p>
            <a:pPr marL="742950" lvl="1" indent="-285750">
              <a:lnSpc>
                <a:spcPct val="150000"/>
              </a:lnSpc>
              <a:buFont typeface="Arial" panose="020B0604020202020204" pitchFamily="34" charset="0"/>
              <a:buChar char="•"/>
            </a:pPr>
            <a:r>
              <a:rPr lang="fr-FR" sz="1400" u="sng" dirty="0"/>
              <a:t>Ex</a:t>
            </a:r>
            <a:r>
              <a:rPr lang="fr-FR" sz="1400" dirty="0"/>
              <a:t> : Service de création des étudiants indisponible, bascule en mode dégradé</a:t>
            </a:r>
          </a:p>
          <a:p>
            <a:pPr marL="285750" indent="-285750">
              <a:lnSpc>
                <a:spcPct val="150000"/>
              </a:lnSpc>
              <a:buFont typeface="Arial" panose="020B0604020202020204" pitchFamily="34" charset="0"/>
              <a:buChar char="•"/>
            </a:pPr>
            <a:r>
              <a:rPr lang="fr-FR" sz="1600" b="1" dirty="0"/>
              <a:t>INFO</a:t>
            </a:r>
            <a:r>
              <a:rPr lang="fr-FR" sz="1600" dirty="0"/>
              <a:t> : événements normaux de l’application</a:t>
            </a:r>
          </a:p>
          <a:p>
            <a:pPr marL="742950" lvl="1" indent="-285750">
              <a:lnSpc>
                <a:spcPct val="150000"/>
              </a:lnSpc>
              <a:buFont typeface="Arial" panose="020B0604020202020204" pitchFamily="34" charset="0"/>
              <a:buChar char="•"/>
            </a:pPr>
            <a:r>
              <a:rPr lang="fr-FR" sz="1400" u="sng" dirty="0"/>
              <a:t>Ex</a:t>
            </a:r>
            <a:r>
              <a:rPr lang="fr-FR" sz="1400" dirty="0"/>
              <a:t> : Création d’un étudiant en succès</a:t>
            </a:r>
          </a:p>
          <a:p>
            <a:pPr marL="285750" indent="-285750">
              <a:lnSpc>
                <a:spcPct val="150000"/>
              </a:lnSpc>
              <a:buFont typeface="Arial" panose="020B0604020202020204" pitchFamily="34" charset="0"/>
              <a:buChar char="•"/>
            </a:pPr>
            <a:r>
              <a:rPr lang="fr-FR" sz="1600" b="1" dirty="0"/>
              <a:t>DEBUG</a:t>
            </a:r>
            <a:r>
              <a:rPr lang="fr-FR" sz="1600" dirty="0"/>
              <a:t> : information technique utile au développeur</a:t>
            </a:r>
          </a:p>
          <a:p>
            <a:pPr marL="742950" lvl="1" indent="-285750">
              <a:lnSpc>
                <a:spcPct val="150000"/>
              </a:lnSpc>
              <a:buFont typeface="Arial" panose="020B0604020202020204" pitchFamily="34" charset="0"/>
              <a:buChar char="•"/>
            </a:pPr>
            <a:r>
              <a:rPr lang="fr-FR" sz="1400" u="sng" dirty="0"/>
              <a:t>Ex</a:t>
            </a:r>
            <a:r>
              <a:rPr lang="fr-FR" sz="1400" dirty="0"/>
              <a:t> : Détail des informations lors de la création d’un étudiant.</a:t>
            </a:r>
          </a:p>
          <a:p>
            <a:pPr marL="285750" indent="-285750">
              <a:lnSpc>
                <a:spcPct val="150000"/>
              </a:lnSpc>
              <a:buFont typeface="Arial" panose="020B0604020202020204" pitchFamily="34" charset="0"/>
              <a:buChar char="•"/>
            </a:pPr>
            <a:r>
              <a:rPr lang="fr-FR" sz="1600" b="1" dirty="0"/>
              <a:t>TRACE</a:t>
            </a:r>
            <a:r>
              <a:rPr lang="fr-FR" sz="1600" dirty="0"/>
              <a:t> : détails très fins, </a:t>
            </a:r>
            <a:r>
              <a:rPr lang="fr-FR" sz="1600" dirty="0" err="1"/>
              <a:t>debug</a:t>
            </a:r>
            <a:r>
              <a:rPr lang="fr-FR" sz="1600" dirty="0"/>
              <a:t> avancé, investigation de bugs rares et complexes</a:t>
            </a:r>
          </a:p>
          <a:p>
            <a:pPr marL="742950" lvl="1" indent="-285750">
              <a:lnSpc>
                <a:spcPct val="150000"/>
              </a:lnSpc>
              <a:buFont typeface="Arial" panose="020B0604020202020204" pitchFamily="34" charset="0"/>
              <a:buChar char="•"/>
            </a:pPr>
            <a:r>
              <a:rPr lang="fr-FR" sz="1400" u="sng" dirty="0"/>
              <a:t>Ex</a:t>
            </a:r>
            <a:r>
              <a:rPr lang="fr-FR" sz="1400" dirty="0"/>
              <a:t> : Entrée dans la méthode </a:t>
            </a:r>
            <a:r>
              <a:rPr lang="fr-FR" sz="1400" dirty="0" err="1">
                <a:latin typeface="Courier New" panose="02070309020205020404" pitchFamily="49" charset="0"/>
                <a:cs typeface="Courier New" panose="02070309020205020404" pitchFamily="49" charset="0"/>
              </a:rPr>
              <a:t>calculateStudentScore</a:t>
            </a:r>
            <a:endParaRPr lang="fr-FR" sz="1400" dirty="0">
              <a:latin typeface="Courier New" panose="02070309020205020404" pitchFamily="49" charset="0"/>
              <a:cs typeface="Courier New" panose="02070309020205020404" pitchFamily="49" charset="0"/>
            </a:endParaRPr>
          </a:p>
          <a:p>
            <a:pPr>
              <a:lnSpc>
                <a:spcPct val="150000"/>
              </a:lnSpc>
            </a:pPr>
            <a:endParaRPr lang="fr-FR" sz="1600" dirty="0"/>
          </a:p>
          <a:p>
            <a:pPr>
              <a:lnSpc>
                <a:spcPct val="150000"/>
              </a:lnSpc>
            </a:pPr>
            <a:r>
              <a:rPr lang="fr-FR" sz="1600" dirty="0"/>
              <a:t>💡 En production : généralement </a:t>
            </a:r>
            <a:r>
              <a:rPr lang="fr-FR" sz="1600" b="1" dirty="0"/>
              <a:t>INFO</a:t>
            </a:r>
            <a:r>
              <a:rPr lang="fr-FR" sz="1600" dirty="0"/>
              <a:t> / </a:t>
            </a:r>
            <a:r>
              <a:rPr lang="fr-FR" sz="1600" b="1" dirty="0"/>
              <a:t>WARN</a:t>
            </a:r>
            <a:r>
              <a:rPr lang="fr-FR" sz="1600" dirty="0"/>
              <a:t> / </a:t>
            </a:r>
            <a:r>
              <a:rPr lang="fr-FR" sz="1600" b="1" dirty="0"/>
              <a:t>ERROR</a:t>
            </a:r>
          </a:p>
        </p:txBody>
      </p:sp>
    </p:spTree>
    <p:extLst>
      <p:ext uri="{BB962C8B-B14F-4D97-AF65-F5344CB8AC3E}">
        <p14:creationId xmlns:p14="http://schemas.microsoft.com/office/powerpoint/2010/main" val="167153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7DC43-F282-87A5-4DFB-6539C2A3CDA3}"/>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45495574-2CC7-5299-3AF9-0E26ACA7FC17}"/>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err="1"/>
              <a:t>Logging</a:t>
            </a:r>
            <a:r>
              <a:rPr lang="fr-FR" dirty="0"/>
              <a:t> - Outils (SLF4J)</a:t>
            </a:r>
            <a:endParaRPr lang="fr-FR" sz="3600" noProof="0" dirty="0"/>
          </a:p>
        </p:txBody>
      </p:sp>
      <p:sp>
        <p:nvSpPr>
          <p:cNvPr id="2" name="Espace réservé du numéro de diapositive 1">
            <a:extLst>
              <a:ext uri="{FF2B5EF4-FFF2-40B4-BE49-F238E27FC236}">
                <a16:creationId xmlns:a16="http://schemas.microsoft.com/office/drawing/2014/main" id="{26E6763F-153C-FD8A-E656-0448F7625036}"/>
              </a:ext>
            </a:extLst>
          </p:cNvPr>
          <p:cNvSpPr>
            <a:spLocks noGrp="1"/>
          </p:cNvSpPr>
          <p:nvPr>
            <p:ph type="sldNum" sz="quarter" idx="10"/>
          </p:nvPr>
        </p:nvSpPr>
        <p:spPr/>
        <p:txBody>
          <a:bodyPr/>
          <a:lstStyle/>
          <a:p>
            <a:fld id="{525A3C56-E491-49B2-93F3-63532DF516BC}" type="slidenum">
              <a:rPr lang="en-CA" smtClean="0"/>
              <a:t>14</a:t>
            </a:fld>
            <a:endParaRPr lang="en-CA"/>
          </a:p>
        </p:txBody>
      </p:sp>
      <p:sp>
        <p:nvSpPr>
          <p:cNvPr id="5" name="ZoneTexte 4">
            <a:extLst>
              <a:ext uri="{FF2B5EF4-FFF2-40B4-BE49-F238E27FC236}">
                <a16:creationId xmlns:a16="http://schemas.microsoft.com/office/drawing/2014/main" id="{5EB39722-510E-6529-2146-B89279405238}"/>
              </a:ext>
            </a:extLst>
          </p:cNvPr>
          <p:cNvSpPr txBox="1"/>
          <p:nvPr/>
        </p:nvSpPr>
        <p:spPr>
          <a:xfrm>
            <a:off x="765736" y="1457742"/>
            <a:ext cx="10283263" cy="4770537"/>
          </a:xfrm>
          <a:prstGeom prst="rect">
            <a:avLst/>
          </a:prstGeom>
          <a:noFill/>
        </p:spPr>
        <p:txBody>
          <a:bodyPr wrap="square">
            <a:spAutoFit/>
          </a:bodyPr>
          <a:lstStyle/>
          <a:p>
            <a:r>
              <a:rPr lang="fr-FR" sz="1600" b="1" dirty="0"/>
              <a:t>Qu’est-ce que SLF4J ?</a:t>
            </a:r>
          </a:p>
          <a:p>
            <a:pPr marL="285750" indent="-285750">
              <a:buFont typeface="Arial" panose="020B0604020202020204" pitchFamily="34" charset="0"/>
              <a:buChar char="•"/>
            </a:pPr>
            <a:r>
              <a:rPr lang="fr-FR" sz="1600" dirty="0"/>
              <a:t>Façade de </a:t>
            </a:r>
            <a:r>
              <a:rPr lang="fr-FR" sz="1600" dirty="0" err="1"/>
              <a:t>logging</a:t>
            </a:r>
            <a:r>
              <a:rPr lang="fr-FR" sz="1600" dirty="0"/>
              <a:t> standard en Java</a:t>
            </a:r>
          </a:p>
          <a:p>
            <a:pPr marL="285750" indent="-285750">
              <a:buFont typeface="Arial" panose="020B0604020202020204" pitchFamily="34" charset="0"/>
              <a:buChar char="•"/>
            </a:pPr>
            <a:r>
              <a:rPr lang="fr-FR" sz="1600" dirty="0"/>
              <a:t>Ne </a:t>
            </a:r>
            <a:r>
              <a:rPr lang="fr-FR" sz="1600" dirty="0" err="1"/>
              <a:t>loggue</a:t>
            </a:r>
            <a:r>
              <a:rPr lang="fr-FR" sz="1600" dirty="0"/>
              <a:t> pas directement → délègue à une implémentation (</a:t>
            </a:r>
            <a:r>
              <a:rPr lang="fr-FR" sz="1600" dirty="0" err="1"/>
              <a:t>Logback</a:t>
            </a:r>
            <a:r>
              <a:rPr lang="fr-FR" sz="1600" dirty="0"/>
              <a:t>, Log4j, …)</a:t>
            </a:r>
          </a:p>
          <a:p>
            <a:pPr marL="285750" indent="-285750">
              <a:buFont typeface="Arial" panose="020B0604020202020204" pitchFamily="34" charset="0"/>
              <a:buChar char="•"/>
            </a:pPr>
            <a:r>
              <a:rPr lang="fr-FR" sz="1600" dirty="0"/>
              <a:t>Permet de changer d’implémentation sans changer le code</a:t>
            </a:r>
          </a:p>
          <a:p>
            <a:endParaRPr lang="fr-FR" sz="1600" dirty="0"/>
          </a:p>
          <a:p>
            <a:r>
              <a:rPr lang="fr-FR" sz="1600" b="1" dirty="0"/>
              <a:t>Pourquoi utiliser SLF4J ?</a:t>
            </a:r>
          </a:p>
          <a:p>
            <a:pPr marL="285750" indent="-285750">
              <a:buFont typeface="Arial" panose="020B0604020202020204" pitchFamily="34" charset="0"/>
              <a:buChar char="•"/>
            </a:pPr>
            <a:r>
              <a:rPr lang="fr-FR" sz="1600" dirty="0"/>
              <a:t>API standard et largement adoptée</a:t>
            </a:r>
          </a:p>
          <a:p>
            <a:pPr marL="285750" indent="-285750">
              <a:buFont typeface="Arial" panose="020B0604020202020204" pitchFamily="34" charset="0"/>
              <a:buChar char="•"/>
            </a:pPr>
            <a:r>
              <a:rPr lang="fr-FR" sz="1600" dirty="0"/>
              <a:t>Gestion des niveaux de logs </a:t>
            </a:r>
          </a:p>
          <a:p>
            <a:pPr marL="285750" indent="-285750">
              <a:buFont typeface="Arial" panose="020B0604020202020204" pitchFamily="34" charset="0"/>
              <a:buChar char="•"/>
            </a:pPr>
            <a:r>
              <a:rPr lang="fr-FR" sz="1600" dirty="0"/>
              <a:t>Messages paramétrés</a:t>
            </a:r>
          </a:p>
          <a:p>
            <a:pPr marL="285750" indent="-285750">
              <a:buFont typeface="Arial" panose="020B0604020202020204" pitchFamily="34" charset="0"/>
              <a:buChar char="•"/>
            </a:pPr>
            <a:r>
              <a:rPr lang="fr-FR" sz="1600" dirty="0"/>
              <a:t>Configuration centralisée </a:t>
            </a:r>
          </a:p>
          <a:p>
            <a:pPr marL="285750" indent="-285750">
              <a:buFont typeface="Arial" panose="020B0604020202020204" pitchFamily="34" charset="0"/>
              <a:buChar char="•"/>
            </a:pPr>
            <a:r>
              <a:rPr lang="fr-FR" sz="1600" dirty="0"/>
              <a:t>Compatible avec les outils de supervision</a:t>
            </a:r>
          </a:p>
          <a:p>
            <a:pPr marL="285750" indent="-285750">
              <a:buFont typeface="Arial" panose="020B0604020202020204" pitchFamily="34" charset="0"/>
              <a:buChar char="•"/>
            </a:pPr>
            <a:endParaRPr lang="fr-FR" sz="1600" dirty="0"/>
          </a:p>
          <a:p>
            <a:r>
              <a:rPr lang="fr-FR" sz="1600" b="1" dirty="0"/>
              <a:t>Pourquoi ne PAS utiliser </a:t>
            </a:r>
            <a:r>
              <a:rPr lang="fr-FR" sz="1600" b="1" dirty="0" err="1">
                <a:latin typeface="Courier New" panose="02070309020205020404" pitchFamily="49" charset="0"/>
                <a:cs typeface="Courier New" panose="02070309020205020404" pitchFamily="49" charset="0"/>
              </a:rPr>
              <a:t>System.out.print</a:t>
            </a:r>
            <a:r>
              <a:rPr lang="fr-FR" sz="1600" b="1" dirty="0">
                <a:latin typeface="Courier New" panose="02070309020205020404" pitchFamily="49" charset="0"/>
                <a:cs typeface="Courier New" panose="02070309020205020404" pitchFamily="49" charset="0"/>
              </a:rPr>
              <a:t> </a:t>
            </a:r>
            <a:r>
              <a:rPr lang="fr-FR" sz="1600" b="1" dirty="0"/>
              <a:t>?</a:t>
            </a:r>
          </a:p>
          <a:p>
            <a:pPr marL="285750" indent="-285750">
              <a:buFont typeface="Arial" panose="020B0604020202020204" pitchFamily="34" charset="0"/>
              <a:buChar char="•"/>
            </a:pPr>
            <a:r>
              <a:rPr lang="fr-FR" sz="1600" dirty="0"/>
              <a:t>Aucun niveau de log (tout est “INFO”)</a:t>
            </a:r>
          </a:p>
          <a:p>
            <a:pPr marL="285750" indent="-285750">
              <a:buFont typeface="Arial" panose="020B0604020202020204" pitchFamily="34" charset="0"/>
              <a:buChar char="•"/>
            </a:pPr>
            <a:r>
              <a:rPr lang="fr-FR" sz="1600" dirty="0"/>
              <a:t>Impossible de filtrer ou désactiver en production</a:t>
            </a:r>
          </a:p>
          <a:p>
            <a:pPr marL="285750" indent="-285750">
              <a:buFont typeface="Arial" panose="020B0604020202020204" pitchFamily="34" charset="0"/>
              <a:buChar char="•"/>
            </a:pPr>
            <a:r>
              <a:rPr lang="fr-FR" sz="1600" dirty="0"/>
              <a:t>Pas de contexte (classe, thread, timestamp structuré) </a:t>
            </a:r>
          </a:p>
          <a:p>
            <a:pPr marL="285750" indent="-285750">
              <a:buFont typeface="Arial" panose="020B0604020202020204" pitchFamily="34" charset="0"/>
              <a:buChar char="•"/>
            </a:pPr>
            <a:r>
              <a:rPr lang="fr-FR" sz="1600" dirty="0"/>
              <a:t>Très difficile à exploiter à grande échelle</a:t>
            </a:r>
          </a:p>
          <a:p>
            <a:pPr marL="285750" indent="-285750">
              <a:buFont typeface="Arial" panose="020B0604020202020204" pitchFamily="34" charset="0"/>
              <a:buChar char="•"/>
            </a:pPr>
            <a:endParaRPr lang="fr-FR" sz="1600" dirty="0"/>
          </a:p>
          <a:p>
            <a:pPr algn="ctr"/>
            <a:r>
              <a:rPr lang="fr-FR" b="1" dirty="0" err="1">
                <a:latin typeface="Courier New" panose="02070309020205020404" pitchFamily="49" charset="0"/>
                <a:cs typeface="Courier New" panose="02070309020205020404" pitchFamily="49" charset="0"/>
              </a:rPr>
              <a:t>System.out.print</a:t>
            </a:r>
            <a:r>
              <a:rPr lang="fr-FR" b="1" dirty="0"/>
              <a:t> à bannir !</a:t>
            </a:r>
            <a:endParaRPr lang="fr-FR" dirty="0"/>
          </a:p>
        </p:txBody>
      </p:sp>
      <p:pic>
        <p:nvPicPr>
          <p:cNvPr id="4" name="Image 3">
            <a:extLst>
              <a:ext uri="{FF2B5EF4-FFF2-40B4-BE49-F238E27FC236}">
                <a16:creationId xmlns:a16="http://schemas.microsoft.com/office/drawing/2014/main" id="{3D96FCEC-B61C-B39C-D45D-6449D88171EE}"/>
              </a:ext>
            </a:extLst>
          </p:cNvPr>
          <p:cNvPicPr>
            <a:picLocks noChangeAspect="1"/>
          </p:cNvPicPr>
          <p:nvPr/>
        </p:nvPicPr>
        <p:blipFill>
          <a:blip r:embed="rId3"/>
          <a:stretch>
            <a:fillRect/>
          </a:stretch>
        </p:blipFill>
        <p:spPr>
          <a:xfrm>
            <a:off x="7016408" y="2858815"/>
            <a:ext cx="3703892" cy="2241154"/>
          </a:xfrm>
          <a:prstGeom prst="rect">
            <a:avLst/>
          </a:prstGeom>
          <a:ln>
            <a:solidFill>
              <a:schemeClr val="tx1"/>
            </a:solidFill>
          </a:ln>
        </p:spPr>
      </p:pic>
    </p:spTree>
    <p:extLst>
      <p:ext uri="{BB962C8B-B14F-4D97-AF65-F5344CB8AC3E}">
        <p14:creationId xmlns:p14="http://schemas.microsoft.com/office/powerpoint/2010/main" val="2369184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5262A-52CD-04C0-F080-8518FA89A6C5}"/>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2F53C52B-7836-B338-3E3F-0DD328CE85E8}"/>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err="1"/>
              <a:t>Logging</a:t>
            </a:r>
            <a:r>
              <a:rPr lang="fr-FR" dirty="0"/>
              <a:t> - Exemples</a:t>
            </a:r>
            <a:endParaRPr lang="fr-FR" sz="3600" noProof="0" dirty="0"/>
          </a:p>
        </p:txBody>
      </p:sp>
      <p:sp>
        <p:nvSpPr>
          <p:cNvPr id="2" name="Espace réservé du numéro de diapositive 1">
            <a:extLst>
              <a:ext uri="{FF2B5EF4-FFF2-40B4-BE49-F238E27FC236}">
                <a16:creationId xmlns:a16="http://schemas.microsoft.com/office/drawing/2014/main" id="{78DBF38F-DA11-31CA-A57D-30278C347F0F}"/>
              </a:ext>
            </a:extLst>
          </p:cNvPr>
          <p:cNvSpPr>
            <a:spLocks noGrp="1"/>
          </p:cNvSpPr>
          <p:nvPr>
            <p:ph type="sldNum" sz="quarter" idx="10"/>
          </p:nvPr>
        </p:nvSpPr>
        <p:spPr/>
        <p:txBody>
          <a:bodyPr/>
          <a:lstStyle/>
          <a:p>
            <a:fld id="{525A3C56-E491-49B2-93F3-63532DF516BC}" type="slidenum">
              <a:rPr lang="en-CA" smtClean="0"/>
              <a:t>15</a:t>
            </a:fld>
            <a:endParaRPr lang="en-CA"/>
          </a:p>
        </p:txBody>
      </p:sp>
      <p:pic>
        <p:nvPicPr>
          <p:cNvPr id="24" name="Image 23">
            <a:extLst>
              <a:ext uri="{FF2B5EF4-FFF2-40B4-BE49-F238E27FC236}">
                <a16:creationId xmlns:a16="http://schemas.microsoft.com/office/drawing/2014/main" id="{45BCAF55-3620-1A69-1BCE-E688BC538E01}"/>
              </a:ext>
            </a:extLst>
          </p:cNvPr>
          <p:cNvPicPr>
            <a:picLocks noChangeAspect="1"/>
          </p:cNvPicPr>
          <p:nvPr/>
        </p:nvPicPr>
        <p:blipFill>
          <a:blip r:embed="rId4"/>
          <a:stretch>
            <a:fillRect/>
          </a:stretch>
        </p:blipFill>
        <p:spPr>
          <a:xfrm>
            <a:off x="2632209" y="1509963"/>
            <a:ext cx="6478432" cy="3485296"/>
          </a:xfrm>
          <a:prstGeom prst="rect">
            <a:avLst/>
          </a:prstGeom>
          <a:ln>
            <a:solidFill>
              <a:schemeClr val="tx1"/>
            </a:solidFill>
          </a:ln>
        </p:spPr>
      </p:pic>
      <p:sp>
        <p:nvSpPr>
          <p:cNvPr id="25" name="Rectangle 24">
            <a:extLst>
              <a:ext uri="{FF2B5EF4-FFF2-40B4-BE49-F238E27FC236}">
                <a16:creationId xmlns:a16="http://schemas.microsoft.com/office/drawing/2014/main" id="{E187FC68-E64D-4758-70FC-EDD2E3DC28EA}"/>
              </a:ext>
            </a:extLst>
          </p:cNvPr>
          <p:cNvSpPr/>
          <p:nvPr/>
        </p:nvSpPr>
        <p:spPr bwMode="gray">
          <a:xfrm>
            <a:off x="6705835" y="4375062"/>
            <a:ext cx="1503783" cy="230333"/>
          </a:xfrm>
          <a:prstGeom prst="rect">
            <a:avLst/>
          </a:prstGeom>
          <a:noFill/>
          <a:ln w="28575" algn="ctr">
            <a:solidFill>
              <a:schemeClr val="accent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28" name="Rectangle 27">
            <a:extLst>
              <a:ext uri="{FF2B5EF4-FFF2-40B4-BE49-F238E27FC236}">
                <a16:creationId xmlns:a16="http://schemas.microsoft.com/office/drawing/2014/main" id="{E915A80A-359E-60C1-2C41-8A6D2335F4F2}"/>
              </a:ext>
            </a:extLst>
          </p:cNvPr>
          <p:cNvSpPr/>
          <p:nvPr/>
        </p:nvSpPr>
        <p:spPr bwMode="gray">
          <a:xfrm>
            <a:off x="6308978" y="4372568"/>
            <a:ext cx="195470" cy="247115"/>
          </a:xfrm>
          <a:prstGeom prst="rect">
            <a:avLst/>
          </a:prstGeom>
          <a:noFill/>
          <a:ln w="28575" algn="ctr">
            <a:solidFill>
              <a:schemeClr val="accent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pic>
        <p:nvPicPr>
          <p:cNvPr id="30" name="Image 29">
            <a:extLst>
              <a:ext uri="{FF2B5EF4-FFF2-40B4-BE49-F238E27FC236}">
                <a16:creationId xmlns:a16="http://schemas.microsoft.com/office/drawing/2014/main" id="{F5C0AEBB-DE7D-DEAE-E56E-B49A562DCD29}"/>
              </a:ext>
            </a:extLst>
          </p:cNvPr>
          <p:cNvPicPr>
            <a:picLocks noChangeAspect="1"/>
          </p:cNvPicPr>
          <p:nvPr/>
        </p:nvPicPr>
        <p:blipFill>
          <a:blip r:embed="rId5"/>
          <a:srcRect b="41713"/>
          <a:stretch>
            <a:fillRect/>
          </a:stretch>
        </p:blipFill>
        <p:spPr>
          <a:xfrm>
            <a:off x="2536299" y="5348037"/>
            <a:ext cx="7109921" cy="916271"/>
          </a:xfrm>
          <a:prstGeom prst="rect">
            <a:avLst/>
          </a:prstGeom>
          <a:ln>
            <a:solidFill>
              <a:schemeClr val="tx1"/>
            </a:solidFill>
          </a:ln>
        </p:spPr>
      </p:pic>
      <p:sp>
        <p:nvSpPr>
          <p:cNvPr id="31" name="Rectangle 30">
            <a:extLst>
              <a:ext uri="{FF2B5EF4-FFF2-40B4-BE49-F238E27FC236}">
                <a16:creationId xmlns:a16="http://schemas.microsoft.com/office/drawing/2014/main" id="{304BD287-442E-B3BB-8951-C17E529124C9}"/>
              </a:ext>
            </a:extLst>
          </p:cNvPr>
          <p:cNvSpPr/>
          <p:nvPr/>
        </p:nvSpPr>
        <p:spPr bwMode="gray">
          <a:xfrm>
            <a:off x="2536299" y="5350613"/>
            <a:ext cx="1073676" cy="211987"/>
          </a:xfrm>
          <a:prstGeom prst="rect">
            <a:avLst/>
          </a:prstGeom>
          <a:noFill/>
          <a:ln w="28575" algn="ctr">
            <a:solidFill>
              <a:schemeClr val="accent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33" name="Rectangle 32">
            <a:extLst>
              <a:ext uri="{FF2B5EF4-FFF2-40B4-BE49-F238E27FC236}">
                <a16:creationId xmlns:a16="http://schemas.microsoft.com/office/drawing/2014/main" id="{5C82E57E-16C9-CB02-09B9-8A5FCA4480D0}"/>
              </a:ext>
            </a:extLst>
          </p:cNvPr>
          <p:cNvSpPr/>
          <p:nvPr/>
        </p:nvSpPr>
        <p:spPr bwMode="gray">
          <a:xfrm>
            <a:off x="6847498" y="5357348"/>
            <a:ext cx="2263143" cy="205252"/>
          </a:xfrm>
          <a:prstGeom prst="rect">
            <a:avLst/>
          </a:prstGeom>
          <a:noFill/>
          <a:ln w="28575" algn="ctr">
            <a:solidFill>
              <a:schemeClr val="accent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39" name="Rectangle 38">
            <a:extLst>
              <a:ext uri="{FF2B5EF4-FFF2-40B4-BE49-F238E27FC236}">
                <a16:creationId xmlns:a16="http://schemas.microsoft.com/office/drawing/2014/main" id="{D944E17C-2CDA-5D90-2764-4D22530C741D}"/>
              </a:ext>
            </a:extLst>
          </p:cNvPr>
          <p:cNvSpPr/>
          <p:nvPr/>
        </p:nvSpPr>
        <p:spPr bwMode="gray">
          <a:xfrm>
            <a:off x="3230453" y="4368435"/>
            <a:ext cx="5128253" cy="246898"/>
          </a:xfrm>
          <a:prstGeom prst="rect">
            <a:avLst/>
          </a:prstGeom>
          <a:noFill/>
          <a:ln w="28575" algn="ctr">
            <a:solidFill>
              <a:schemeClr val="accent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40" name="Rectangle 39">
            <a:extLst>
              <a:ext uri="{FF2B5EF4-FFF2-40B4-BE49-F238E27FC236}">
                <a16:creationId xmlns:a16="http://schemas.microsoft.com/office/drawing/2014/main" id="{7C792F81-11EF-EB25-A66E-CABF793CFA02}"/>
              </a:ext>
            </a:extLst>
          </p:cNvPr>
          <p:cNvSpPr/>
          <p:nvPr/>
        </p:nvSpPr>
        <p:spPr bwMode="gray">
          <a:xfrm>
            <a:off x="2925653" y="2577735"/>
            <a:ext cx="6184988" cy="246898"/>
          </a:xfrm>
          <a:prstGeom prst="rect">
            <a:avLst/>
          </a:prstGeom>
          <a:noFill/>
          <a:ln w="28575" algn="ctr">
            <a:solidFill>
              <a:schemeClr val="accent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41" name="Rectangle 40">
            <a:extLst>
              <a:ext uri="{FF2B5EF4-FFF2-40B4-BE49-F238E27FC236}">
                <a16:creationId xmlns:a16="http://schemas.microsoft.com/office/drawing/2014/main" id="{47F3BD0C-F113-A357-2BF0-2F8FE74EE6E9}"/>
              </a:ext>
            </a:extLst>
          </p:cNvPr>
          <p:cNvSpPr/>
          <p:nvPr/>
        </p:nvSpPr>
        <p:spPr bwMode="gray">
          <a:xfrm>
            <a:off x="3230453" y="3463951"/>
            <a:ext cx="3388905" cy="246898"/>
          </a:xfrm>
          <a:prstGeom prst="rect">
            <a:avLst/>
          </a:prstGeom>
          <a:noFill/>
          <a:ln w="28575" algn="ctr">
            <a:solidFill>
              <a:schemeClr val="accent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42" name="Rectangle 41">
            <a:extLst>
              <a:ext uri="{FF2B5EF4-FFF2-40B4-BE49-F238E27FC236}">
                <a16:creationId xmlns:a16="http://schemas.microsoft.com/office/drawing/2014/main" id="{DBE30B64-832A-7195-F853-C9CFDBBD3786}"/>
              </a:ext>
            </a:extLst>
          </p:cNvPr>
          <p:cNvSpPr/>
          <p:nvPr/>
        </p:nvSpPr>
        <p:spPr bwMode="gray">
          <a:xfrm>
            <a:off x="3660775" y="5350613"/>
            <a:ext cx="355600" cy="211987"/>
          </a:xfrm>
          <a:prstGeom prst="rect">
            <a:avLst/>
          </a:prstGeom>
          <a:noFill/>
          <a:ln w="28575" algn="ctr">
            <a:solidFill>
              <a:schemeClr val="accent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43" name="Rectangle 42">
            <a:extLst>
              <a:ext uri="{FF2B5EF4-FFF2-40B4-BE49-F238E27FC236}">
                <a16:creationId xmlns:a16="http://schemas.microsoft.com/office/drawing/2014/main" id="{DEE8CB20-D0C6-2803-5145-2C5A6C8D0B92}"/>
              </a:ext>
            </a:extLst>
          </p:cNvPr>
          <p:cNvSpPr/>
          <p:nvPr/>
        </p:nvSpPr>
        <p:spPr bwMode="gray">
          <a:xfrm>
            <a:off x="4140199" y="5350613"/>
            <a:ext cx="2511425" cy="211987"/>
          </a:xfrm>
          <a:prstGeom prst="rect">
            <a:avLst/>
          </a:prstGeom>
          <a:noFill/>
          <a:ln w="28575" algn="ctr">
            <a:solidFill>
              <a:schemeClr val="accent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44" name="Rectangle 43">
            <a:extLst>
              <a:ext uri="{FF2B5EF4-FFF2-40B4-BE49-F238E27FC236}">
                <a16:creationId xmlns:a16="http://schemas.microsoft.com/office/drawing/2014/main" id="{C2521612-D243-629A-6C36-64D4CA247DFC}"/>
              </a:ext>
            </a:extLst>
          </p:cNvPr>
          <p:cNvSpPr/>
          <p:nvPr/>
        </p:nvSpPr>
        <p:spPr bwMode="gray">
          <a:xfrm>
            <a:off x="2632209" y="5783117"/>
            <a:ext cx="6083166" cy="451136"/>
          </a:xfrm>
          <a:prstGeom prst="rect">
            <a:avLst/>
          </a:prstGeom>
          <a:noFill/>
          <a:ln w="28575" algn="ctr">
            <a:solidFill>
              <a:schemeClr val="accent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Tree>
    <p:extLst>
      <p:ext uri="{BB962C8B-B14F-4D97-AF65-F5344CB8AC3E}">
        <p14:creationId xmlns:p14="http://schemas.microsoft.com/office/powerpoint/2010/main" val="3226743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41"/>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39"/>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31" grpId="0" animBg="1"/>
      <p:bldP spid="33" grpId="0" animBg="1"/>
      <p:bldP spid="39" grpId="0" animBg="1"/>
      <p:bldP spid="39" grpId="1" animBg="1"/>
      <p:bldP spid="40" grpId="0" animBg="1"/>
      <p:bldP spid="41" grpId="0" animBg="1"/>
      <p:bldP spid="41" grpId="1" animBg="1"/>
      <p:bldP spid="42" grpId="0" animBg="1"/>
      <p:bldP spid="43" grpId="0" animBg="1"/>
      <p:bldP spid="44" grpId="0" animBg="1"/>
    </p:bldLst>
  </p:timing>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759EE-375D-CB8E-8D4B-F5542781E9A9}"/>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ADEDBD44-916F-7F68-3B8C-C263A4BFD685}"/>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err="1"/>
              <a:t>Logging</a:t>
            </a:r>
            <a:r>
              <a:rPr lang="fr-FR" dirty="0"/>
              <a:t> - Exemples</a:t>
            </a:r>
            <a:endParaRPr lang="fr-FR" sz="3600" noProof="0" dirty="0"/>
          </a:p>
        </p:txBody>
      </p:sp>
      <p:sp>
        <p:nvSpPr>
          <p:cNvPr id="2" name="Espace réservé du numéro de diapositive 1">
            <a:extLst>
              <a:ext uri="{FF2B5EF4-FFF2-40B4-BE49-F238E27FC236}">
                <a16:creationId xmlns:a16="http://schemas.microsoft.com/office/drawing/2014/main" id="{8F0562BB-9FDD-FAE7-1385-1339735ADCB2}"/>
              </a:ext>
            </a:extLst>
          </p:cNvPr>
          <p:cNvSpPr>
            <a:spLocks noGrp="1"/>
          </p:cNvSpPr>
          <p:nvPr>
            <p:ph type="sldNum" sz="quarter" idx="10"/>
          </p:nvPr>
        </p:nvSpPr>
        <p:spPr/>
        <p:txBody>
          <a:bodyPr/>
          <a:lstStyle/>
          <a:p>
            <a:fld id="{525A3C56-E491-49B2-93F3-63532DF516BC}" type="slidenum">
              <a:rPr lang="en-CA" smtClean="0"/>
              <a:t>16</a:t>
            </a:fld>
            <a:endParaRPr lang="en-CA"/>
          </a:p>
        </p:txBody>
      </p:sp>
      <p:pic>
        <p:nvPicPr>
          <p:cNvPr id="20" name="Image 19">
            <a:extLst>
              <a:ext uri="{FF2B5EF4-FFF2-40B4-BE49-F238E27FC236}">
                <a16:creationId xmlns:a16="http://schemas.microsoft.com/office/drawing/2014/main" id="{594C5E83-608F-5B7F-3437-38469396F0E5}"/>
              </a:ext>
            </a:extLst>
          </p:cNvPr>
          <p:cNvPicPr>
            <a:picLocks noChangeAspect="1"/>
          </p:cNvPicPr>
          <p:nvPr/>
        </p:nvPicPr>
        <p:blipFill>
          <a:blip r:embed="rId3"/>
          <a:stretch>
            <a:fillRect/>
          </a:stretch>
        </p:blipFill>
        <p:spPr>
          <a:xfrm>
            <a:off x="3056861" y="2266640"/>
            <a:ext cx="6078278" cy="1273890"/>
          </a:xfrm>
          <a:prstGeom prst="rect">
            <a:avLst/>
          </a:prstGeom>
          <a:ln>
            <a:solidFill>
              <a:schemeClr val="tx1"/>
            </a:solidFill>
          </a:ln>
        </p:spPr>
      </p:pic>
      <p:pic>
        <p:nvPicPr>
          <p:cNvPr id="38" name="Image 37">
            <a:extLst>
              <a:ext uri="{FF2B5EF4-FFF2-40B4-BE49-F238E27FC236}">
                <a16:creationId xmlns:a16="http://schemas.microsoft.com/office/drawing/2014/main" id="{CEA3E790-F1CC-2E78-DFC0-6843558B8558}"/>
              </a:ext>
            </a:extLst>
          </p:cNvPr>
          <p:cNvPicPr>
            <a:picLocks noChangeAspect="1"/>
          </p:cNvPicPr>
          <p:nvPr/>
        </p:nvPicPr>
        <p:blipFill>
          <a:blip r:embed="rId4"/>
          <a:stretch>
            <a:fillRect/>
          </a:stretch>
        </p:blipFill>
        <p:spPr>
          <a:xfrm>
            <a:off x="1628338" y="3846890"/>
            <a:ext cx="8951236" cy="745937"/>
          </a:xfrm>
          <a:prstGeom prst="rect">
            <a:avLst/>
          </a:prstGeom>
          <a:ln>
            <a:solidFill>
              <a:schemeClr val="tx1"/>
            </a:solidFill>
          </a:ln>
        </p:spPr>
      </p:pic>
    </p:spTree>
    <p:extLst>
      <p:ext uri="{BB962C8B-B14F-4D97-AF65-F5344CB8AC3E}">
        <p14:creationId xmlns:p14="http://schemas.microsoft.com/office/powerpoint/2010/main" val="2591512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D933A-5F76-1589-24B6-97D3AF8EFC0F}"/>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BCA1F2E4-09CC-0B93-6D09-587C971A8A1C}"/>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err="1"/>
              <a:t>Logging</a:t>
            </a:r>
            <a:r>
              <a:rPr lang="fr-FR" dirty="0"/>
              <a:t> </a:t>
            </a:r>
            <a:r>
              <a:rPr lang="fr-FR" noProof="0" dirty="0"/>
              <a:t>: A vous de jouer ! </a:t>
            </a:r>
            <a:endParaRPr lang="fr-FR" sz="3600" noProof="0" dirty="0"/>
          </a:p>
        </p:txBody>
      </p:sp>
      <p:sp>
        <p:nvSpPr>
          <p:cNvPr id="11" name="TextBox 10">
            <a:extLst>
              <a:ext uri="{FF2B5EF4-FFF2-40B4-BE49-F238E27FC236}">
                <a16:creationId xmlns:a16="http://schemas.microsoft.com/office/drawing/2014/main" id="{0211F771-AD92-3B0A-E9B6-191A3C82E991}"/>
              </a:ext>
            </a:extLst>
          </p:cNvPr>
          <p:cNvSpPr txBox="1"/>
          <p:nvPr/>
        </p:nvSpPr>
        <p:spPr>
          <a:xfrm>
            <a:off x="765737" y="1436417"/>
            <a:ext cx="10210799" cy="467820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sz="1600" b="1" noProof="0" dirty="0"/>
              <a:t>Déterminer le bon niveau de log : </a:t>
            </a:r>
            <a:endParaRPr lang="fr-FR" sz="1600" dirty="0"/>
          </a:p>
          <a:p>
            <a:pPr marL="285750" indent="-285750" fontAlgn="base">
              <a:buFont typeface="Arial" panose="020B0604020202020204" pitchFamily="34" charset="0"/>
              <a:buChar char="•"/>
            </a:pPr>
            <a:endParaRPr lang="fr-FR" sz="1600" dirty="0"/>
          </a:p>
          <a:p>
            <a:pPr marL="285750" indent="-285750" fontAlgn="base">
              <a:buFont typeface="Arial" panose="020B0604020202020204" pitchFamily="34" charset="0"/>
              <a:buChar char="•"/>
            </a:pPr>
            <a:r>
              <a:rPr lang="fr-FR" sz="1600" dirty="0"/>
              <a:t>L’utilisateur a entré de mauvaises données, ce qui génère une erreur HTTP 400</a:t>
            </a:r>
          </a:p>
          <a:p>
            <a:pPr marL="742950" lvl="1" indent="-285750" fontAlgn="base">
              <a:buFont typeface="Arial" panose="020B0604020202020204" pitchFamily="34" charset="0"/>
              <a:buChar char="•"/>
            </a:pPr>
            <a:r>
              <a:rPr lang="fr-FR" sz="1600" b="1" dirty="0"/>
              <a:t>DEBUG ou INFO </a:t>
            </a:r>
            <a:r>
              <a:rPr lang="fr-FR" sz="1600" dirty="0">
                <a:sym typeface="Wingdings" panose="05000000000000000000" pitchFamily="2" charset="2"/>
              </a:rPr>
              <a:t> C’est un cas classique prévu par le logiciel (cas fréquent)</a:t>
            </a:r>
            <a:endParaRPr lang="fr-FR" sz="1600" dirty="0"/>
          </a:p>
          <a:p>
            <a:pPr marL="285750" indent="-285750" fontAlgn="base">
              <a:buFont typeface="Arial" panose="020B0604020202020204" pitchFamily="34" charset="0"/>
              <a:buChar char="•"/>
            </a:pPr>
            <a:endParaRPr lang="fr-FR" sz="1600" dirty="0"/>
          </a:p>
          <a:p>
            <a:pPr marL="285750" indent="-285750" fontAlgn="base">
              <a:buFont typeface="Arial" panose="020B0604020202020204" pitchFamily="34" charset="0"/>
              <a:buChar char="•"/>
            </a:pPr>
            <a:r>
              <a:rPr lang="fr-FR" sz="1600" dirty="0"/>
              <a:t>L’utilisateur a recherche un item mais celui-ci est introuvable, ce qui génère une erreur HTTP 404</a:t>
            </a:r>
          </a:p>
          <a:p>
            <a:pPr marL="742950" lvl="1" indent="-285750" fontAlgn="base">
              <a:buFont typeface="Arial" panose="020B0604020202020204" pitchFamily="34" charset="0"/>
              <a:buChar char="•"/>
            </a:pPr>
            <a:r>
              <a:rPr lang="fr-FR" sz="1600" b="1" dirty="0"/>
              <a:t>DEBUG ou INFO </a:t>
            </a:r>
            <a:r>
              <a:rPr lang="fr-FR" sz="1600" b="1" dirty="0">
                <a:sym typeface="Wingdings" panose="05000000000000000000" pitchFamily="2" charset="2"/>
              </a:rPr>
              <a:t> </a:t>
            </a:r>
            <a:r>
              <a:rPr lang="fr-FR" sz="1600" dirty="0">
                <a:sym typeface="Wingdings" panose="05000000000000000000" pitchFamily="2" charset="2"/>
              </a:rPr>
              <a:t>C’est un cas classique prévu par le logiciel</a:t>
            </a:r>
          </a:p>
          <a:p>
            <a:pPr marL="285750" indent="-285750" fontAlgn="base">
              <a:buFont typeface="Arial" panose="020B0604020202020204" pitchFamily="34" charset="0"/>
              <a:buChar char="•"/>
            </a:pPr>
            <a:endParaRPr lang="fr-FR" sz="1600" dirty="0"/>
          </a:p>
          <a:p>
            <a:pPr marL="285750" indent="-285750" fontAlgn="base">
              <a:buFont typeface="Arial" panose="020B0604020202020204" pitchFamily="34" charset="0"/>
              <a:buChar char="•"/>
            </a:pPr>
            <a:r>
              <a:rPr lang="fr-FR" sz="1600" dirty="0"/>
              <a:t>Logger les itérations d’une boucle exécutée des dizaines de fois</a:t>
            </a:r>
          </a:p>
          <a:p>
            <a:pPr marL="742950" lvl="1" indent="-285750" fontAlgn="base">
              <a:buFont typeface="Arial" panose="020B0604020202020204" pitchFamily="34" charset="0"/>
              <a:buChar char="•"/>
            </a:pPr>
            <a:r>
              <a:rPr lang="fr-FR" sz="1600" b="1" dirty="0"/>
              <a:t>DEBUG </a:t>
            </a:r>
            <a:r>
              <a:rPr lang="fr-FR" sz="1600" dirty="0"/>
              <a:t>ou </a:t>
            </a:r>
            <a:r>
              <a:rPr lang="fr-FR" sz="1600" b="1" dirty="0"/>
              <a:t>TRACE </a:t>
            </a:r>
            <a:r>
              <a:rPr lang="fr-FR" sz="1600" b="1" dirty="0">
                <a:sym typeface="Wingdings" panose="05000000000000000000" pitchFamily="2" charset="2"/>
              </a:rPr>
              <a:t> </a:t>
            </a:r>
            <a:r>
              <a:rPr lang="fr-FR" sz="1600" dirty="0">
                <a:sym typeface="Wingdings" panose="05000000000000000000" pitchFamily="2" charset="2"/>
              </a:rPr>
              <a:t>Sinon risque de surcharge des logs</a:t>
            </a:r>
            <a:endParaRPr lang="fr-FR" sz="1600" b="1" dirty="0"/>
          </a:p>
          <a:p>
            <a:pPr fontAlgn="base"/>
            <a:endParaRPr lang="fr-FR" sz="1600" dirty="0"/>
          </a:p>
          <a:p>
            <a:pPr fontAlgn="base"/>
            <a:r>
              <a:rPr lang="fr-FR" sz="1600" b="1" dirty="0"/>
              <a:t>Que peut-on logger ?</a:t>
            </a:r>
          </a:p>
          <a:p>
            <a:pPr fontAlgn="base"/>
            <a:endParaRPr lang="fr-FR" sz="1600" b="1" dirty="0"/>
          </a:p>
          <a:p>
            <a:pPr marL="285750" indent="-285750" fontAlgn="base">
              <a:buFont typeface="Arial" panose="020B0604020202020204" pitchFamily="34" charset="0"/>
              <a:buChar char="•"/>
            </a:pPr>
            <a:r>
              <a:rPr lang="fr-FR" sz="1600" dirty="0"/>
              <a:t>Identifiant utilisateur</a:t>
            </a:r>
          </a:p>
          <a:p>
            <a:pPr marL="742950" lvl="1" indent="-285750" fontAlgn="base">
              <a:buFont typeface="Arial" panose="020B0604020202020204" pitchFamily="34" charset="0"/>
              <a:buChar char="•"/>
            </a:pPr>
            <a:r>
              <a:rPr lang="fr-FR" sz="1600" b="1" dirty="0"/>
              <a:t>Oui</a:t>
            </a:r>
          </a:p>
          <a:p>
            <a:pPr marL="285750" indent="-285750" fontAlgn="base">
              <a:buFont typeface="Arial" panose="020B0604020202020204" pitchFamily="34" charset="0"/>
              <a:buChar char="•"/>
            </a:pPr>
            <a:r>
              <a:rPr lang="fr-FR" sz="1600" dirty="0"/>
              <a:t>Mot de passe</a:t>
            </a:r>
          </a:p>
          <a:p>
            <a:pPr marL="742950" lvl="1" indent="-285750" fontAlgn="base">
              <a:buFont typeface="Arial" panose="020B0604020202020204" pitchFamily="34" charset="0"/>
              <a:buChar char="•"/>
            </a:pPr>
            <a:r>
              <a:rPr lang="fr-FR" sz="1600" b="1" dirty="0"/>
              <a:t>NON ! Même sous forme de hash !</a:t>
            </a:r>
          </a:p>
          <a:p>
            <a:pPr marL="285750" indent="-285750" fontAlgn="base">
              <a:buFont typeface="Arial" panose="020B0604020202020204" pitchFamily="34" charset="0"/>
              <a:buChar char="•"/>
            </a:pPr>
            <a:r>
              <a:rPr lang="fr-FR" sz="1600" dirty="0"/>
              <a:t>ID technique</a:t>
            </a:r>
          </a:p>
          <a:p>
            <a:pPr marL="742950" lvl="1" indent="-285750" fontAlgn="base">
              <a:buFont typeface="Arial" panose="020B0604020202020204" pitchFamily="34" charset="0"/>
              <a:buChar char="•"/>
            </a:pPr>
            <a:r>
              <a:rPr lang="fr-FR" sz="1600" b="1" dirty="0"/>
              <a:t>Oui</a:t>
            </a:r>
          </a:p>
        </p:txBody>
      </p:sp>
      <p:sp>
        <p:nvSpPr>
          <p:cNvPr id="4" name="Espace réservé du numéro de diapositive 3">
            <a:extLst>
              <a:ext uri="{FF2B5EF4-FFF2-40B4-BE49-F238E27FC236}">
                <a16:creationId xmlns:a16="http://schemas.microsoft.com/office/drawing/2014/main" id="{30369D3F-44D3-9B6D-712E-789F8A4ED322}"/>
              </a:ext>
            </a:extLst>
          </p:cNvPr>
          <p:cNvSpPr>
            <a:spLocks noGrp="1"/>
          </p:cNvSpPr>
          <p:nvPr>
            <p:ph type="sldNum" sz="quarter" idx="10"/>
          </p:nvPr>
        </p:nvSpPr>
        <p:spPr/>
        <p:txBody>
          <a:bodyPr/>
          <a:lstStyle/>
          <a:p>
            <a:fld id="{525A3C56-E491-49B2-93F3-63532DF516BC}" type="slidenum">
              <a:rPr lang="en-CA" smtClean="0"/>
              <a:t>17</a:t>
            </a:fld>
            <a:endParaRPr lang="en-CA"/>
          </a:p>
        </p:txBody>
      </p:sp>
    </p:spTree>
    <p:extLst>
      <p:ext uri="{BB962C8B-B14F-4D97-AF65-F5344CB8AC3E}">
        <p14:creationId xmlns:p14="http://schemas.microsoft.com/office/powerpoint/2010/main" val="36087917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13" end="1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14" end="1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xEl>
                                              <p:pRg st="15" end="1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
                                            <p:txEl>
                                              <p:pRg st="16" end="1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
                                            <p:txEl>
                                              <p:pRg st="17" end="1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CAD6B-758D-DA70-48B9-2D1910843093}"/>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D5D06EB1-8AF0-7C10-3ACA-43E28DE26826}"/>
              </a:ext>
            </a:extLst>
          </p:cNvPr>
          <p:cNvSpPr>
            <a:spLocks noGrp="1"/>
          </p:cNvSpPr>
          <p:nvPr>
            <p:ph type="title"/>
          </p:nvPr>
        </p:nvSpPr>
        <p:spPr/>
        <p:txBody>
          <a:bodyPr/>
          <a:lstStyle/>
          <a:p>
            <a:r>
              <a:rPr lang="fr-FR" noProof="0" dirty="0" err="1"/>
              <a:t>Javadoc</a:t>
            </a:r>
            <a:r>
              <a:rPr lang="fr-FR" noProof="0" dirty="0"/>
              <a:t> et commentaires</a:t>
            </a:r>
          </a:p>
        </p:txBody>
      </p:sp>
      <p:sp>
        <p:nvSpPr>
          <p:cNvPr id="2" name="Espace réservé du numéro de diapositive 1">
            <a:extLst>
              <a:ext uri="{FF2B5EF4-FFF2-40B4-BE49-F238E27FC236}">
                <a16:creationId xmlns:a16="http://schemas.microsoft.com/office/drawing/2014/main" id="{A34C7800-074D-0DB6-4165-DF7A1563A505}"/>
              </a:ext>
            </a:extLst>
          </p:cNvPr>
          <p:cNvSpPr>
            <a:spLocks noGrp="1"/>
          </p:cNvSpPr>
          <p:nvPr>
            <p:ph type="sldNum" sz="quarter" idx="4"/>
          </p:nvPr>
        </p:nvSpPr>
        <p:spPr/>
        <p:txBody>
          <a:bodyPr/>
          <a:lstStyle/>
          <a:p>
            <a:fld id="{525A3C56-E491-49B2-93F3-63532DF516BC}" type="slidenum">
              <a:rPr lang="en-CA" smtClean="0"/>
              <a:t>18</a:t>
            </a:fld>
            <a:endParaRPr lang="en-CA"/>
          </a:p>
        </p:txBody>
      </p:sp>
    </p:spTree>
    <p:extLst>
      <p:ext uri="{BB962C8B-B14F-4D97-AF65-F5344CB8AC3E}">
        <p14:creationId xmlns:p14="http://schemas.microsoft.com/office/powerpoint/2010/main" val="1801976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5545E-5820-263C-F7EF-0320CC172EFE}"/>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5979D24-A04A-C1CE-1E29-CD97408B65E0}"/>
              </a:ext>
            </a:extLst>
          </p:cNvPr>
          <p:cNvSpPr>
            <a:spLocks noGrp="1"/>
          </p:cNvSpPr>
          <p:nvPr>
            <p:ph type="sldNum" sz="quarter" idx="10"/>
          </p:nvPr>
        </p:nvSpPr>
        <p:spPr/>
        <p:txBody>
          <a:bodyPr/>
          <a:lstStyle/>
          <a:p>
            <a:fld id="{525A3C56-E491-49B2-93F3-63532DF516BC}" type="slidenum">
              <a:rPr lang="en-CA" smtClean="0"/>
              <a:t>19</a:t>
            </a:fld>
            <a:endParaRPr lang="en-CA"/>
          </a:p>
        </p:txBody>
      </p:sp>
      <p:sp>
        <p:nvSpPr>
          <p:cNvPr id="4" name="Title 9">
            <a:extLst>
              <a:ext uri="{FF2B5EF4-FFF2-40B4-BE49-F238E27FC236}">
                <a16:creationId xmlns:a16="http://schemas.microsoft.com/office/drawing/2014/main" id="{03C7A9FB-0DC5-64D7-E691-BF0C9FD3881A}"/>
              </a:ext>
            </a:extLst>
          </p:cNvPr>
          <p:cNvSpPr txBox="1">
            <a:spLocks/>
          </p:cNvSpPr>
          <p:nvPr>
            <p:custDataLst>
              <p:tags r:id="rId1"/>
            </p:custDataLst>
          </p:nvPr>
        </p:nvSpPr>
        <p:spPr>
          <a:xfrm>
            <a:off x="765737" y="684000"/>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CA" dirty="0" err="1"/>
              <a:t>Javadoc</a:t>
            </a:r>
            <a:r>
              <a:rPr lang="fr-CA" dirty="0"/>
              <a:t> et commentaires - Généralités</a:t>
            </a:r>
          </a:p>
        </p:txBody>
      </p:sp>
      <p:sp>
        <p:nvSpPr>
          <p:cNvPr id="5" name="Slide Number Placeholder 10">
            <a:extLst>
              <a:ext uri="{FF2B5EF4-FFF2-40B4-BE49-F238E27FC236}">
                <a16:creationId xmlns:a16="http://schemas.microsoft.com/office/drawing/2014/main" id="{84B1F593-0BB9-B661-AD1A-B2CF697A16B0}"/>
              </a:ext>
            </a:extLst>
          </p:cNvPr>
          <p:cNvSpPr txBox="1">
            <a:spLocks/>
          </p:cNvSpPr>
          <p:nvPr>
            <p:custDataLst>
              <p:tags r:id="rId2"/>
            </p:custDataLst>
          </p:nvPr>
        </p:nvSpPr>
        <p:spPr>
          <a:xfrm>
            <a:off x="11163034" y="6264308"/>
            <a:ext cx="261660" cy="1692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dirty="0"/>
          </a:p>
        </p:txBody>
      </p:sp>
      <p:sp>
        <p:nvSpPr>
          <p:cNvPr id="13" name="ZoneTexte 12">
            <a:extLst>
              <a:ext uri="{FF2B5EF4-FFF2-40B4-BE49-F238E27FC236}">
                <a16:creationId xmlns:a16="http://schemas.microsoft.com/office/drawing/2014/main" id="{3134B1FA-6790-ECF9-36F3-A27FB2481638}"/>
              </a:ext>
            </a:extLst>
          </p:cNvPr>
          <p:cNvSpPr txBox="1"/>
          <p:nvPr/>
        </p:nvSpPr>
        <p:spPr>
          <a:xfrm>
            <a:off x="765737" y="1905281"/>
            <a:ext cx="10769038" cy="3416769"/>
          </a:xfrm>
          <a:prstGeom prst="rect">
            <a:avLst/>
          </a:prstGeom>
          <a:noFill/>
        </p:spPr>
        <p:txBody>
          <a:bodyPr wrap="square">
            <a:spAutoFit/>
          </a:bodyPr>
          <a:lstStyle/>
          <a:p>
            <a:pPr>
              <a:lnSpc>
                <a:spcPct val="150000"/>
              </a:lnSpc>
            </a:pPr>
            <a:r>
              <a:rPr lang="fr-FR" b="1" dirty="0"/>
              <a:t>À quoi servent la </a:t>
            </a:r>
            <a:r>
              <a:rPr lang="fr-FR" b="1" dirty="0" err="1"/>
              <a:t>Javadoc</a:t>
            </a:r>
            <a:r>
              <a:rPr lang="fr-FR" b="1" dirty="0"/>
              <a:t> et les commentaires ?</a:t>
            </a:r>
          </a:p>
          <a:p>
            <a:pPr marL="285750" indent="-285750">
              <a:lnSpc>
                <a:spcPct val="150000"/>
              </a:lnSpc>
              <a:buFont typeface="Arial" panose="020B0604020202020204" pitchFamily="34" charset="0"/>
              <a:buChar char="•"/>
            </a:pPr>
            <a:r>
              <a:rPr lang="fr-FR" sz="1600" dirty="0"/>
              <a:t>Rendre le code compréhensible sans l’exécuter</a:t>
            </a:r>
          </a:p>
          <a:p>
            <a:pPr marL="285750" indent="-285750">
              <a:lnSpc>
                <a:spcPct val="150000"/>
              </a:lnSpc>
              <a:buFont typeface="Arial" panose="020B0604020202020204" pitchFamily="34" charset="0"/>
              <a:buChar char="•"/>
            </a:pPr>
            <a:r>
              <a:rPr lang="fr-FR" sz="1600" dirty="0"/>
              <a:t>Aider les autres développeurs (et vous même)</a:t>
            </a:r>
          </a:p>
          <a:p>
            <a:pPr marL="285750" indent="-285750">
              <a:lnSpc>
                <a:spcPct val="150000"/>
              </a:lnSpc>
              <a:buFont typeface="Arial" panose="020B0604020202020204" pitchFamily="34" charset="0"/>
              <a:buChar char="•"/>
            </a:pPr>
            <a:r>
              <a:rPr lang="fr-FR" sz="1600" dirty="0"/>
              <a:t>Faciliter la maintenance et l’évolution</a:t>
            </a:r>
          </a:p>
          <a:p>
            <a:pPr marL="285750" indent="-285750">
              <a:lnSpc>
                <a:spcPct val="150000"/>
              </a:lnSpc>
              <a:buFont typeface="Arial" panose="020B0604020202020204" pitchFamily="34" charset="0"/>
              <a:buChar char="•"/>
            </a:pPr>
            <a:r>
              <a:rPr lang="fr-FR" sz="1600" dirty="0"/>
              <a:t>Produire une documentation exploitable automatiquement (</a:t>
            </a:r>
            <a:r>
              <a:rPr lang="fr-FR" sz="1600" dirty="0" err="1"/>
              <a:t>Javadoc</a:t>
            </a:r>
            <a:r>
              <a:rPr lang="fr-FR" sz="1600" dirty="0"/>
              <a:t>)</a:t>
            </a:r>
          </a:p>
          <a:p>
            <a:pPr marL="285750" indent="-285750">
              <a:lnSpc>
                <a:spcPct val="150000"/>
              </a:lnSpc>
              <a:buFont typeface="Arial" panose="020B0604020202020204" pitchFamily="34" charset="0"/>
              <a:buChar char="•"/>
            </a:pPr>
            <a:r>
              <a:rPr lang="fr-FR" sz="1600" dirty="0"/>
              <a:t>Expliquer les intentions, pas juste les instructions</a:t>
            </a:r>
          </a:p>
          <a:p>
            <a:pPr marL="285750" indent="-285750">
              <a:lnSpc>
                <a:spcPct val="150000"/>
              </a:lnSpc>
              <a:buFont typeface="Arial" panose="020B0604020202020204" pitchFamily="34" charset="0"/>
              <a:buChar char="•"/>
            </a:pPr>
            <a:r>
              <a:rPr lang="fr-FR" sz="1600" dirty="0"/>
              <a:t>Éviter les erreurs d’utilisation</a:t>
            </a:r>
          </a:p>
          <a:p>
            <a:pPr>
              <a:lnSpc>
                <a:spcPct val="150000"/>
              </a:lnSpc>
            </a:pPr>
            <a:endParaRPr lang="fr-FR" sz="1600" dirty="0"/>
          </a:p>
          <a:p>
            <a:pPr>
              <a:lnSpc>
                <a:spcPct val="150000"/>
              </a:lnSpc>
            </a:pPr>
            <a:r>
              <a:rPr lang="fr-FR" sz="1600" dirty="0"/>
              <a:t>💡 Le code est écrit une fois mais lu des dizaines de fois</a:t>
            </a:r>
          </a:p>
        </p:txBody>
      </p:sp>
    </p:spTree>
    <p:extLst>
      <p:ext uri="{BB962C8B-B14F-4D97-AF65-F5344CB8AC3E}">
        <p14:creationId xmlns:p14="http://schemas.microsoft.com/office/powerpoint/2010/main" val="1432924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6AA08-15BD-76EC-A94B-A32F725A185A}"/>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F55C08DE-7A7B-F27F-1905-6E931E821C99}"/>
              </a:ext>
            </a:extLst>
          </p:cNvPr>
          <p:cNvSpPr>
            <a:spLocks noGrp="1"/>
          </p:cNvSpPr>
          <p:nvPr>
            <p:ph type="sldNum" sz="quarter" idx="10"/>
          </p:nvPr>
        </p:nvSpPr>
        <p:spPr/>
        <p:txBody>
          <a:bodyPr/>
          <a:lstStyle/>
          <a:p>
            <a:fld id="{525A3C56-E491-49B2-93F3-63532DF516BC}" type="slidenum">
              <a:rPr lang="en-CA" smtClean="0"/>
              <a:t>20</a:t>
            </a:fld>
            <a:endParaRPr lang="en-CA"/>
          </a:p>
        </p:txBody>
      </p:sp>
      <p:sp>
        <p:nvSpPr>
          <p:cNvPr id="4" name="Title 9">
            <a:extLst>
              <a:ext uri="{FF2B5EF4-FFF2-40B4-BE49-F238E27FC236}">
                <a16:creationId xmlns:a16="http://schemas.microsoft.com/office/drawing/2014/main" id="{897D96CD-864F-E232-ECB4-BB33B092D315}"/>
              </a:ext>
            </a:extLst>
          </p:cNvPr>
          <p:cNvSpPr txBox="1">
            <a:spLocks/>
          </p:cNvSpPr>
          <p:nvPr>
            <p:custDataLst>
              <p:tags r:id="rId1"/>
            </p:custDataLst>
          </p:nvPr>
        </p:nvSpPr>
        <p:spPr>
          <a:xfrm>
            <a:off x="765737" y="684000"/>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CA" dirty="0" err="1"/>
              <a:t>Javadoc</a:t>
            </a:r>
            <a:r>
              <a:rPr lang="fr-CA" dirty="0"/>
              <a:t> et commentaires - Exemples</a:t>
            </a:r>
          </a:p>
        </p:txBody>
      </p:sp>
      <p:pic>
        <p:nvPicPr>
          <p:cNvPr id="8" name="Image 7">
            <a:extLst>
              <a:ext uri="{FF2B5EF4-FFF2-40B4-BE49-F238E27FC236}">
                <a16:creationId xmlns:a16="http://schemas.microsoft.com/office/drawing/2014/main" id="{A25536CF-3481-C599-9447-C63451848F6C}"/>
              </a:ext>
            </a:extLst>
          </p:cNvPr>
          <p:cNvPicPr>
            <a:picLocks noChangeAspect="1"/>
          </p:cNvPicPr>
          <p:nvPr/>
        </p:nvPicPr>
        <p:blipFill>
          <a:blip r:embed="rId4"/>
          <a:srcRect l="442"/>
          <a:stretch>
            <a:fillRect/>
          </a:stretch>
        </p:blipFill>
        <p:spPr>
          <a:xfrm>
            <a:off x="2619375" y="1688845"/>
            <a:ext cx="6431512" cy="3877891"/>
          </a:xfrm>
          <a:prstGeom prst="rect">
            <a:avLst/>
          </a:prstGeom>
          <a:ln>
            <a:solidFill>
              <a:schemeClr val="tx1"/>
            </a:solidFill>
          </a:ln>
        </p:spPr>
      </p:pic>
      <p:cxnSp>
        <p:nvCxnSpPr>
          <p:cNvPr id="10" name="Connecteur droit avec flèche 9">
            <a:extLst>
              <a:ext uri="{FF2B5EF4-FFF2-40B4-BE49-F238E27FC236}">
                <a16:creationId xmlns:a16="http://schemas.microsoft.com/office/drawing/2014/main" id="{FAEABF75-3367-EF4D-9C0B-CC3BC086AFF2}"/>
              </a:ext>
            </a:extLst>
          </p:cNvPr>
          <p:cNvCxnSpPr>
            <a:cxnSpLocks/>
          </p:cNvCxnSpPr>
          <p:nvPr/>
        </p:nvCxnSpPr>
        <p:spPr bwMode="gray">
          <a:xfrm>
            <a:off x="1514475" y="1857390"/>
            <a:ext cx="1104900" cy="104775"/>
          </a:xfrm>
          <a:prstGeom prst="straightConnector1">
            <a:avLst/>
          </a:prstGeom>
          <a:noFill/>
          <a:ln w="38100">
            <a:solidFill>
              <a:schemeClr val="accent1"/>
            </a:solidFill>
            <a:round/>
            <a:headEnd/>
            <a:tailEnd type="triangle"/>
          </a:ln>
          <a:effectLst/>
        </p:spPr>
      </p:cxnSp>
      <p:cxnSp>
        <p:nvCxnSpPr>
          <p:cNvPr id="14" name="Connecteur droit avec flèche 13">
            <a:extLst>
              <a:ext uri="{FF2B5EF4-FFF2-40B4-BE49-F238E27FC236}">
                <a16:creationId xmlns:a16="http://schemas.microsoft.com/office/drawing/2014/main" id="{8C3D37E7-3855-BE20-9C9A-11CF80C16137}"/>
              </a:ext>
            </a:extLst>
          </p:cNvPr>
          <p:cNvCxnSpPr>
            <a:cxnSpLocks/>
          </p:cNvCxnSpPr>
          <p:nvPr/>
        </p:nvCxnSpPr>
        <p:spPr bwMode="gray">
          <a:xfrm>
            <a:off x="1781175" y="2671172"/>
            <a:ext cx="1104900" cy="104775"/>
          </a:xfrm>
          <a:prstGeom prst="straightConnector1">
            <a:avLst/>
          </a:prstGeom>
          <a:noFill/>
          <a:ln w="38100">
            <a:solidFill>
              <a:schemeClr val="accent1"/>
            </a:solidFill>
            <a:round/>
            <a:headEnd/>
            <a:tailEnd type="triangle"/>
          </a:ln>
          <a:effectLst/>
        </p:spPr>
      </p:cxnSp>
      <p:cxnSp>
        <p:nvCxnSpPr>
          <p:cNvPr id="15" name="Connecteur droit avec flèche 14">
            <a:extLst>
              <a:ext uri="{FF2B5EF4-FFF2-40B4-BE49-F238E27FC236}">
                <a16:creationId xmlns:a16="http://schemas.microsoft.com/office/drawing/2014/main" id="{4603AF13-EFE9-4498-4A57-5848989976E8}"/>
              </a:ext>
            </a:extLst>
          </p:cNvPr>
          <p:cNvCxnSpPr>
            <a:cxnSpLocks/>
          </p:cNvCxnSpPr>
          <p:nvPr/>
        </p:nvCxnSpPr>
        <p:spPr bwMode="gray">
          <a:xfrm>
            <a:off x="1781175" y="3484954"/>
            <a:ext cx="1104900" cy="104775"/>
          </a:xfrm>
          <a:prstGeom prst="straightConnector1">
            <a:avLst/>
          </a:prstGeom>
          <a:noFill/>
          <a:ln w="38100">
            <a:solidFill>
              <a:schemeClr val="accent1"/>
            </a:solidFill>
            <a:round/>
            <a:headEnd/>
            <a:tailEnd type="triangle"/>
          </a:ln>
          <a:effectLst/>
        </p:spPr>
      </p:cxnSp>
    </p:spTree>
    <p:extLst>
      <p:ext uri="{BB962C8B-B14F-4D97-AF65-F5344CB8AC3E}">
        <p14:creationId xmlns:p14="http://schemas.microsoft.com/office/powerpoint/2010/main" val="3847053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06034-FD10-62E9-AFA1-F85AF760BAC5}"/>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98192C0E-224D-1038-1C84-24E980591B47}"/>
              </a:ext>
            </a:extLst>
          </p:cNvPr>
          <p:cNvSpPr>
            <a:spLocks noGrp="1"/>
          </p:cNvSpPr>
          <p:nvPr>
            <p:ph type="sldNum" sz="quarter" idx="10"/>
          </p:nvPr>
        </p:nvSpPr>
        <p:spPr/>
        <p:txBody>
          <a:bodyPr/>
          <a:lstStyle/>
          <a:p>
            <a:fld id="{525A3C56-E491-49B2-93F3-63532DF516BC}" type="slidenum">
              <a:rPr lang="en-CA" smtClean="0"/>
              <a:t>21</a:t>
            </a:fld>
            <a:endParaRPr lang="en-CA"/>
          </a:p>
        </p:txBody>
      </p:sp>
      <p:sp>
        <p:nvSpPr>
          <p:cNvPr id="4" name="Title 9">
            <a:extLst>
              <a:ext uri="{FF2B5EF4-FFF2-40B4-BE49-F238E27FC236}">
                <a16:creationId xmlns:a16="http://schemas.microsoft.com/office/drawing/2014/main" id="{9B7814CB-140C-FDDD-487B-3EE980EB62A6}"/>
              </a:ext>
            </a:extLst>
          </p:cNvPr>
          <p:cNvSpPr txBox="1">
            <a:spLocks/>
          </p:cNvSpPr>
          <p:nvPr>
            <p:custDataLst>
              <p:tags r:id="rId1"/>
            </p:custDataLst>
          </p:nvPr>
        </p:nvSpPr>
        <p:spPr>
          <a:xfrm>
            <a:off x="765737" y="684000"/>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CA" dirty="0" err="1"/>
              <a:t>Javadoc</a:t>
            </a:r>
            <a:r>
              <a:rPr lang="fr-CA" dirty="0"/>
              <a:t> et commentaires – Bonnes pratiques</a:t>
            </a:r>
          </a:p>
        </p:txBody>
      </p:sp>
      <p:sp>
        <p:nvSpPr>
          <p:cNvPr id="3" name="ZoneTexte 2">
            <a:extLst>
              <a:ext uri="{FF2B5EF4-FFF2-40B4-BE49-F238E27FC236}">
                <a16:creationId xmlns:a16="http://schemas.microsoft.com/office/drawing/2014/main" id="{33B92AC9-2D7A-720E-6191-C67E1476906A}"/>
              </a:ext>
            </a:extLst>
          </p:cNvPr>
          <p:cNvSpPr txBox="1"/>
          <p:nvPr/>
        </p:nvSpPr>
        <p:spPr>
          <a:xfrm>
            <a:off x="765736" y="1461207"/>
            <a:ext cx="10479437" cy="5263492"/>
          </a:xfrm>
          <a:prstGeom prst="rect">
            <a:avLst/>
          </a:prstGeom>
          <a:noFill/>
        </p:spPr>
        <p:txBody>
          <a:bodyPr wrap="square">
            <a:spAutoFit/>
          </a:bodyPr>
          <a:lstStyle/>
          <a:p>
            <a:pPr>
              <a:lnSpc>
                <a:spcPct val="150000"/>
              </a:lnSpc>
            </a:pPr>
            <a:r>
              <a:rPr lang="fr-FR" b="1" dirty="0" err="1"/>
              <a:t>Javadoc</a:t>
            </a:r>
            <a:r>
              <a:rPr lang="fr-FR" b="1" dirty="0"/>
              <a:t> / commentaires pertinents</a:t>
            </a:r>
          </a:p>
          <a:p>
            <a:pPr marL="285750" indent="-285750">
              <a:lnSpc>
                <a:spcPct val="150000"/>
              </a:lnSpc>
              <a:buFont typeface="Arial" panose="020B0604020202020204" pitchFamily="34" charset="0"/>
              <a:buChar char="•"/>
            </a:pPr>
            <a:r>
              <a:rPr lang="fr-FR" sz="1600" dirty="0"/>
              <a:t>Classes / Interfaces</a:t>
            </a:r>
          </a:p>
          <a:p>
            <a:pPr marL="285750" indent="-285750">
              <a:lnSpc>
                <a:spcPct val="150000"/>
              </a:lnSpc>
              <a:buFont typeface="Arial" panose="020B0604020202020204" pitchFamily="34" charset="0"/>
              <a:buChar char="•"/>
            </a:pPr>
            <a:r>
              <a:rPr lang="fr-FR" sz="1600" dirty="0"/>
              <a:t>Méthodes publiques</a:t>
            </a:r>
          </a:p>
          <a:p>
            <a:pPr marL="285750" indent="-285750">
              <a:lnSpc>
                <a:spcPct val="150000"/>
              </a:lnSpc>
              <a:buFont typeface="Arial" panose="020B0604020202020204" pitchFamily="34" charset="0"/>
              <a:buChar char="•"/>
            </a:pPr>
            <a:r>
              <a:rPr lang="fr-FR" sz="1600" dirty="0"/>
              <a:t>Méthodes privées complexes</a:t>
            </a:r>
          </a:p>
          <a:p>
            <a:pPr marL="285750" indent="-285750">
              <a:lnSpc>
                <a:spcPct val="150000"/>
              </a:lnSpc>
              <a:buFont typeface="Arial" panose="020B0604020202020204" pitchFamily="34" charset="0"/>
              <a:buChar char="•"/>
            </a:pPr>
            <a:r>
              <a:rPr lang="fr-FR" sz="1600" dirty="0"/>
              <a:t>Constructeurs publics</a:t>
            </a:r>
          </a:p>
          <a:p>
            <a:pPr marL="285750" indent="-285750">
              <a:lnSpc>
                <a:spcPct val="150000"/>
              </a:lnSpc>
              <a:buFont typeface="Arial" panose="020B0604020202020204" pitchFamily="34" charset="0"/>
              <a:buChar char="•"/>
            </a:pPr>
            <a:r>
              <a:rPr lang="fr-FR" sz="1600" dirty="0"/>
              <a:t>Constantes publiques</a:t>
            </a:r>
          </a:p>
          <a:p>
            <a:pPr marL="285750" indent="-285750">
              <a:lnSpc>
                <a:spcPct val="150000"/>
              </a:lnSpc>
              <a:buFont typeface="Arial" panose="020B0604020202020204" pitchFamily="34" charset="0"/>
              <a:buChar char="•"/>
            </a:pPr>
            <a:r>
              <a:rPr lang="fr-FR" sz="1600" dirty="0"/>
              <a:t>Portion de code contre intuitive ou complexes</a:t>
            </a:r>
          </a:p>
          <a:p>
            <a:pPr>
              <a:lnSpc>
                <a:spcPct val="150000"/>
              </a:lnSpc>
            </a:pPr>
            <a:endParaRPr lang="fr-FR" sz="1600" dirty="0"/>
          </a:p>
          <a:p>
            <a:pPr>
              <a:lnSpc>
                <a:spcPct val="150000"/>
              </a:lnSpc>
            </a:pPr>
            <a:r>
              <a:rPr lang="fr-FR" sz="1600" b="1" dirty="0" err="1"/>
              <a:t>Javadoc</a:t>
            </a:r>
            <a:r>
              <a:rPr lang="fr-FR" sz="1600" b="1" dirty="0"/>
              <a:t> / commentaires non pertinents</a:t>
            </a:r>
          </a:p>
          <a:p>
            <a:pPr marL="285750" indent="-285750">
              <a:lnSpc>
                <a:spcPct val="150000"/>
              </a:lnSpc>
              <a:buFont typeface="Arial" panose="020B0604020202020204" pitchFamily="34" charset="0"/>
              <a:buChar char="•"/>
            </a:pPr>
            <a:r>
              <a:rPr lang="fr-FR" sz="1600" dirty="0"/>
              <a:t>Fonctionnement ou signification triviaux</a:t>
            </a:r>
          </a:p>
          <a:p>
            <a:pPr>
              <a:lnSpc>
                <a:spcPct val="150000"/>
              </a:lnSpc>
            </a:pPr>
            <a:r>
              <a:rPr lang="fr-FR" sz="1600" dirty="0"/>
              <a:t>💡 </a:t>
            </a:r>
            <a:r>
              <a:rPr lang="fr-FR" sz="1600" b="1" dirty="0"/>
              <a:t>Utilisez votre bon sens ! Mieux vaut une bonne nomenclature que trop de commentaires.</a:t>
            </a:r>
          </a:p>
          <a:p>
            <a:pPr>
              <a:lnSpc>
                <a:spcPct val="150000"/>
              </a:lnSpc>
            </a:pPr>
            <a:r>
              <a:rPr lang="fr-FR" sz="1600" b="1" dirty="0"/>
              <a:t>💡 Trop de commentaires tue le commentaire !</a:t>
            </a:r>
          </a:p>
          <a:p>
            <a:pPr>
              <a:lnSpc>
                <a:spcPct val="150000"/>
              </a:lnSpc>
            </a:pPr>
            <a:endParaRPr lang="fr-FR" sz="1600" dirty="0"/>
          </a:p>
          <a:p>
            <a:pPr>
              <a:lnSpc>
                <a:spcPct val="150000"/>
              </a:lnSpc>
            </a:pPr>
            <a:endParaRPr lang="fr-FR" sz="1600" dirty="0"/>
          </a:p>
        </p:txBody>
      </p:sp>
      <p:pic>
        <p:nvPicPr>
          <p:cNvPr id="9" name="Image 8">
            <a:extLst>
              <a:ext uri="{FF2B5EF4-FFF2-40B4-BE49-F238E27FC236}">
                <a16:creationId xmlns:a16="http://schemas.microsoft.com/office/drawing/2014/main" id="{C23A6D42-D9BC-819D-82D7-95E4CEF5D44C}"/>
              </a:ext>
            </a:extLst>
          </p:cNvPr>
          <p:cNvPicPr>
            <a:picLocks noChangeAspect="1"/>
          </p:cNvPicPr>
          <p:nvPr/>
        </p:nvPicPr>
        <p:blipFill>
          <a:blip r:embed="rId5"/>
          <a:stretch>
            <a:fillRect/>
          </a:stretch>
        </p:blipFill>
        <p:spPr>
          <a:xfrm>
            <a:off x="5804374" y="1493370"/>
            <a:ext cx="5637801" cy="489877"/>
          </a:xfrm>
          <a:prstGeom prst="rect">
            <a:avLst/>
          </a:prstGeom>
          <a:ln>
            <a:solidFill>
              <a:schemeClr val="tx1"/>
            </a:solidFill>
          </a:ln>
        </p:spPr>
      </p:pic>
      <p:pic>
        <p:nvPicPr>
          <p:cNvPr id="12" name="Image 11">
            <a:extLst>
              <a:ext uri="{FF2B5EF4-FFF2-40B4-BE49-F238E27FC236}">
                <a16:creationId xmlns:a16="http://schemas.microsoft.com/office/drawing/2014/main" id="{E8323959-AA72-A111-C430-E735C51A1F01}"/>
              </a:ext>
            </a:extLst>
          </p:cNvPr>
          <p:cNvPicPr>
            <a:picLocks noChangeAspect="1"/>
          </p:cNvPicPr>
          <p:nvPr/>
        </p:nvPicPr>
        <p:blipFill>
          <a:blip r:embed="rId6"/>
          <a:stretch>
            <a:fillRect/>
          </a:stretch>
        </p:blipFill>
        <p:spPr>
          <a:xfrm>
            <a:off x="5804375" y="2155661"/>
            <a:ext cx="5637801" cy="1655395"/>
          </a:xfrm>
          <a:prstGeom prst="rect">
            <a:avLst/>
          </a:prstGeom>
          <a:ln>
            <a:solidFill>
              <a:schemeClr val="tx1"/>
            </a:solidFill>
          </a:ln>
        </p:spPr>
      </p:pic>
      <p:pic>
        <p:nvPicPr>
          <p:cNvPr id="16" name="Image 15">
            <a:extLst>
              <a:ext uri="{FF2B5EF4-FFF2-40B4-BE49-F238E27FC236}">
                <a16:creationId xmlns:a16="http://schemas.microsoft.com/office/drawing/2014/main" id="{0905B22E-2D67-662C-092F-3286739355F7}"/>
              </a:ext>
            </a:extLst>
          </p:cNvPr>
          <p:cNvPicPr>
            <a:picLocks noChangeAspect="1"/>
          </p:cNvPicPr>
          <p:nvPr/>
        </p:nvPicPr>
        <p:blipFill>
          <a:blip r:embed="rId7"/>
          <a:stretch>
            <a:fillRect/>
          </a:stretch>
        </p:blipFill>
        <p:spPr>
          <a:xfrm>
            <a:off x="7553254" y="3929970"/>
            <a:ext cx="2140040" cy="325966"/>
          </a:xfrm>
          <a:prstGeom prst="rect">
            <a:avLst/>
          </a:prstGeom>
          <a:ln>
            <a:solidFill>
              <a:schemeClr val="tx1"/>
            </a:solidFill>
          </a:ln>
        </p:spPr>
      </p:pic>
      <p:pic>
        <p:nvPicPr>
          <p:cNvPr id="5" name="Picture 2" descr="vérifier ">
            <a:extLst>
              <a:ext uri="{FF2B5EF4-FFF2-40B4-BE49-F238E27FC236}">
                <a16:creationId xmlns:a16="http://schemas.microsoft.com/office/drawing/2014/main" id="{856138A1-A026-326E-6527-76DF3A64DBB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78005" y="1547580"/>
            <a:ext cx="381456" cy="38145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annuler ">
            <a:extLst>
              <a:ext uri="{FF2B5EF4-FFF2-40B4-BE49-F238E27FC236}">
                <a16:creationId xmlns:a16="http://schemas.microsoft.com/office/drawing/2014/main" id="{C78F665B-A5AF-B67D-9CBF-D5E647C7306B}"/>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61577" y="4531081"/>
            <a:ext cx="397884" cy="397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2705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4"/>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4B8D2-0EBE-7FBE-1A3D-C21A37215AF3}"/>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0EB0E5E-2F4A-1D4F-518B-D5AA58585CEB}"/>
              </a:ext>
            </a:extLst>
          </p:cNvPr>
          <p:cNvSpPr>
            <a:spLocks noGrp="1"/>
          </p:cNvSpPr>
          <p:nvPr>
            <p:ph type="sldNum" sz="quarter" idx="10"/>
          </p:nvPr>
        </p:nvSpPr>
        <p:spPr/>
        <p:txBody>
          <a:bodyPr/>
          <a:lstStyle/>
          <a:p>
            <a:fld id="{525A3C56-E491-49B2-93F3-63532DF516BC}" type="slidenum">
              <a:rPr lang="en-CA" smtClean="0"/>
              <a:t>22</a:t>
            </a:fld>
            <a:endParaRPr lang="en-CA"/>
          </a:p>
        </p:txBody>
      </p:sp>
      <p:sp>
        <p:nvSpPr>
          <p:cNvPr id="4" name="Title 9">
            <a:extLst>
              <a:ext uri="{FF2B5EF4-FFF2-40B4-BE49-F238E27FC236}">
                <a16:creationId xmlns:a16="http://schemas.microsoft.com/office/drawing/2014/main" id="{49793FD0-D47F-71AE-EA7A-02F8EECAAA30}"/>
              </a:ext>
            </a:extLst>
          </p:cNvPr>
          <p:cNvSpPr txBox="1">
            <a:spLocks/>
          </p:cNvSpPr>
          <p:nvPr>
            <p:custDataLst>
              <p:tags r:id="rId1"/>
            </p:custDataLst>
          </p:nvPr>
        </p:nvSpPr>
        <p:spPr>
          <a:xfrm>
            <a:off x="765737" y="684000"/>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CA" dirty="0" err="1"/>
              <a:t>Javadoc</a:t>
            </a:r>
            <a:r>
              <a:rPr lang="fr-CA" dirty="0"/>
              <a:t> et commentaires – Principaux tags</a:t>
            </a:r>
          </a:p>
        </p:txBody>
      </p:sp>
      <p:sp>
        <p:nvSpPr>
          <p:cNvPr id="3" name="ZoneTexte 2">
            <a:extLst>
              <a:ext uri="{FF2B5EF4-FFF2-40B4-BE49-F238E27FC236}">
                <a16:creationId xmlns:a16="http://schemas.microsoft.com/office/drawing/2014/main" id="{B0D3D216-AF50-370C-1988-08B143784621}"/>
              </a:ext>
            </a:extLst>
          </p:cNvPr>
          <p:cNvSpPr txBox="1"/>
          <p:nvPr/>
        </p:nvSpPr>
        <p:spPr>
          <a:xfrm>
            <a:off x="765736" y="1461207"/>
            <a:ext cx="10479437" cy="416011"/>
          </a:xfrm>
          <a:prstGeom prst="rect">
            <a:avLst/>
          </a:prstGeom>
          <a:noFill/>
        </p:spPr>
        <p:txBody>
          <a:bodyPr wrap="square">
            <a:spAutoFit/>
          </a:bodyPr>
          <a:lstStyle/>
          <a:p>
            <a:pPr>
              <a:lnSpc>
                <a:spcPct val="150000"/>
              </a:lnSpc>
            </a:pPr>
            <a:endParaRPr lang="fr-FR" sz="1600" dirty="0"/>
          </a:p>
        </p:txBody>
      </p:sp>
      <p:graphicFrame>
        <p:nvGraphicFramePr>
          <p:cNvPr id="5" name="Tableau 4">
            <a:extLst>
              <a:ext uri="{FF2B5EF4-FFF2-40B4-BE49-F238E27FC236}">
                <a16:creationId xmlns:a16="http://schemas.microsoft.com/office/drawing/2014/main" id="{339683A6-5CD7-A578-0005-D2FCACA7D7F1}"/>
              </a:ext>
            </a:extLst>
          </p:cNvPr>
          <p:cNvGraphicFramePr>
            <a:graphicFrameLocks noGrp="1"/>
          </p:cNvGraphicFramePr>
          <p:nvPr>
            <p:extLst>
              <p:ext uri="{D42A27DB-BD31-4B8C-83A1-F6EECF244321}">
                <p14:modId xmlns:p14="http://schemas.microsoft.com/office/powerpoint/2010/main" val="1077710136"/>
              </p:ext>
            </p:extLst>
          </p:nvPr>
        </p:nvGraphicFramePr>
        <p:xfrm>
          <a:off x="1941454" y="1461207"/>
          <a:ext cx="8128000" cy="3962400"/>
        </p:xfrm>
        <a:graphic>
          <a:graphicData uri="http://schemas.openxmlformats.org/drawingml/2006/table">
            <a:tbl>
              <a:tblPr firstRow="1" bandRow="1">
                <a:tableStyleId>{5C22544A-7EE6-4342-B048-85BDC9FD1C3A}</a:tableStyleId>
              </a:tblPr>
              <a:tblGrid>
                <a:gridCol w="3749227">
                  <a:extLst>
                    <a:ext uri="{9D8B030D-6E8A-4147-A177-3AD203B41FA5}">
                      <a16:colId xmlns:a16="http://schemas.microsoft.com/office/drawing/2014/main" val="2472403779"/>
                    </a:ext>
                  </a:extLst>
                </a:gridCol>
                <a:gridCol w="4378773">
                  <a:extLst>
                    <a:ext uri="{9D8B030D-6E8A-4147-A177-3AD203B41FA5}">
                      <a16:colId xmlns:a16="http://schemas.microsoft.com/office/drawing/2014/main" val="3003823921"/>
                    </a:ext>
                  </a:extLst>
                </a:gridCol>
              </a:tblGrid>
              <a:tr h="370840">
                <a:tc>
                  <a:txBody>
                    <a:bodyPr/>
                    <a:lstStyle/>
                    <a:p>
                      <a:r>
                        <a:rPr lang="fr-FR" sz="1600" dirty="0"/>
                        <a:t>Tags</a:t>
                      </a:r>
                    </a:p>
                  </a:txBody>
                  <a:tcPr/>
                </a:tc>
                <a:tc>
                  <a:txBody>
                    <a:bodyPr/>
                    <a:lstStyle/>
                    <a:p>
                      <a:r>
                        <a:rPr lang="fr-FR" sz="1600" dirty="0"/>
                        <a:t>Description</a:t>
                      </a:r>
                    </a:p>
                  </a:txBody>
                  <a:tcPr/>
                </a:tc>
                <a:extLst>
                  <a:ext uri="{0D108BD9-81ED-4DB2-BD59-A6C34878D82A}">
                    <a16:rowId xmlns:a16="http://schemas.microsoft.com/office/drawing/2014/main" val="710162752"/>
                  </a:ext>
                </a:extLst>
              </a:tr>
              <a:tr h="370840">
                <a:tc>
                  <a:txBody>
                    <a:bodyPr/>
                    <a:lstStyle/>
                    <a:p>
                      <a:r>
                        <a:rPr lang="fr-FR" sz="1600" b="1" dirty="0"/>
                        <a:t>@param</a:t>
                      </a:r>
                    </a:p>
                  </a:txBody>
                  <a:tcPr/>
                </a:tc>
                <a:tc>
                  <a:txBody>
                    <a:bodyPr/>
                    <a:lstStyle/>
                    <a:p>
                      <a:r>
                        <a:rPr lang="fr-FR" sz="1600" dirty="0"/>
                        <a:t>Description d’un paramètre</a:t>
                      </a:r>
                    </a:p>
                  </a:txBody>
                  <a:tcPr/>
                </a:tc>
                <a:extLst>
                  <a:ext uri="{0D108BD9-81ED-4DB2-BD59-A6C34878D82A}">
                    <a16:rowId xmlns:a16="http://schemas.microsoft.com/office/drawing/2014/main" val="1060121009"/>
                  </a:ext>
                </a:extLst>
              </a:tr>
              <a:tr h="370840">
                <a:tc>
                  <a:txBody>
                    <a:bodyPr/>
                    <a:lstStyle/>
                    <a:p>
                      <a:r>
                        <a:rPr lang="fr-FR" sz="1600" b="1" dirty="0"/>
                        <a:t>@return</a:t>
                      </a:r>
                    </a:p>
                  </a:txBody>
                  <a:tcPr/>
                </a:tc>
                <a:tc>
                  <a:txBody>
                    <a:bodyPr/>
                    <a:lstStyle/>
                    <a:p>
                      <a:r>
                        <a:rPr lang="fr-FR" sz="1600" dirty="0"/>
                        <a:t>Valeur retournée</a:t>
                      </a:r>
                    </a:p>
                  </a:txBody>
                  <a:tcPr/>
                </a:tc>
                <a:extLst>
                  <a:ext uri="{0D108BD9-81ED-4DB2-BD59-A6C34878D82A}">
                    <a16:rowId xmlns:a16="http://schemas.microsoft.com/office/drawing/2014/main" val="1720990898"/>
                  </a:ext>
                </a:extLst>
              </a:tr>
              <a:tr h="370840">
                <a:tc>
                  <a:txBody>
                    <a:bodyPr/>
                    <a:lstStyle/>
                    <a:p>
                      <a:r>
                        <a:rPr lang="fr-FR" sz="1600" b="1" dirty="0"/>
                        <a:t>@throws</a:t>
                      </a:r>
                    </a:p>
                  </a:txBody>
                  <a:tcPr/>
                </a:tc>
                <a:tc>
                  <a:txBody>
                    <a:bodyPr/>
                    <a:lstStyle/>
                    <a:p>
                      <a:r>
                        <a:rPr lang="fr-FR" sz="1600" dirty="0"/>
                        <a:t>Exceptions possibles</a:t>
                      </a:r>
                    </a:p>
                  </a:txBody>
                  <a:tcPr/>
                </a:tc>
                <a:extLst>
                  <a:ext uri="{0D108BD9-81ED-4DB2-BD59-A6C34878D82A}">
                    <a16:rowId xmlns:a16="http://schemas.microsoft.com/office/drawing/2014/main" val="298137176"/>
                  </a:ext>
                </a:extLst>
              </a:tr>
              <a:tr h="370840">
                <a:tc>
                  <a:txBody>
                    <a:bodyPr/>
                    <a:lstStyle/>
                    <a:p>
                      <a:r>
                        <a:rPr lang="fr-FR" sz="1600" b="1" dirty="0"/>
                        <a:t>@since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Version d’introduction</a:t>
                      </a:r>
                    </a:p>
                  </a:txBody>
                  <a:tcPr/>
                </a:tc>
                <a:extLst>
                  <a:ext uri="{0D108BD9-81ED-4DB2-BD59-A6C34878D82A}">
                    <a16:rowId xmlns:a16="http://schemas.microsoft.com/office/drawing/2014/main" val="3652697080"/>
                  </a:ext>
                </a:extLst>
              </a:tr>
              <a:tr h="435115">
                <a:tc>
                  <a:txBody>
                    <a:bodyPr/>
                    <a:lstStyle/>
                    <a:p>
                      <a:r>
                        <a:rPr lang="fr-FR" sz="1600" b="1" dirty="0"/>
                        <a:t>@deprecated</a:t>
                      </a:r>
                    </a:p>
                    <a:p>
                      <a:endParaRPr lang="fr-FR" sz="1600" b="1" dirty="0"/>
                    </a:p>
                  </a:txBody>
                  <a:tcPr/>
                </a:tc>
                <a:tc>
                  <a:txBody>
                    <a:bodyPr/>
                    <a:lstStyle/>
                    <a:p>
                      <a:r>
                        <a:rPr lang="fr-FR" sz="1600" dirty="0"/>
                        <a:t>Elément </a:t>
                      </a:r>
                      <a:r>
                        <a:rPr lang="fr-FR" sz="1600" b="1" dirty="0"/>
                        <a:t>déprécié *</a:t>
                      </a:r>
                      <a:r>
                        <a:rPr lang="fr-FR" sz="1600" dirty="0"/>
                        <a:t> ne devant plus être utilisé</a:t>
                      </a:r>
                    </a:p>
                  </a:txBody>
                  <a:tcPr/>
                </a:tc>
                <a:extLst>
                  <a:ext uri="{0D108BD9-81ED-4DB2-BD59-A6C34878D82A}">
                    <a16:rowId xmlns:a16="http://schemas.microsoft.com/office/drawing/2014/main" val="3998452590"/>
                  </a:ext>
                </a:extLst>
              </a:tr>
              <a:tr h="370840">
                <a:tc>
                  <a:txBody>
                    <a:bodyPr/>
                    <a:lstStyle/>
                    <a:p>
                      <a:r>
                        <a:rPr lang="fr-FR" sz="1600" b="1" dirty="0"/>
                        <a:t>{@link …}</a:t>
                      </a:r>
                    </a:p>
                  </a:txBody>
                  <a:tcPr/>
                </a:tc>
                <a:tc>
                  <a:txBody>
                    <a:bodyPr/>
                    <a:lstStyle/>
                    <a:p>
                      <a:r>
                        <a:rPr lang="fr-FR" sz="1600" dirty="0"/>
                        <a:t>Crée un lien vers une classe, méthode ou champ.</a:t>
                      </a:r>
                    </a:p>
                  </a:txBody>
                  <a:tcPr/>
                </a:tc>
                <a:extLst>
                  <a:ext uri="{0D108BD9-81ED-4DB2-BD59-A6C34878D82A}">
                    <a16:rowId xmlns:a16="http://schemas.microsoft.com/office/drawing/2014/main" val="1284195563"/>
                  </a:ext>
                </a:extLst>
              </a:tr>
              <a:tr h="370840">
                <a:tc>
                  <a:txBody>
                    <a:bodyPr/>
                    <a:lstStyle/>
                    <a:p>
                      <a:r>
                        <a:rPr lang="fr-FR" sz="1600" b="1" dirty="0"/>
                        <a:t>{@inheritDoc}</a:t>
                      </a:r>
                    </a:p>
                  </a:txBody>
                  <a:tcPr/>
                </a:tc>
                <a:tc>
                  <a:txBody>
                    <a:bodyPr/>
                    <a:lstStyle/>
                    <a:p>
                      <a:r>
                        <a:rPr lang="fr-FR" sz="1600" dirty="0"/>
                        <a:t>Héritier de la </a:t>
                      </a:r>
                      <a:r>
                        <a:rPr lang="fr-FR" sz="1600" dirty="0" err="1"/>
                        <a:t>Jadadoc</a:t>
                      </a:r>
                      <a:r>
                        <a:rPr lang="fr-FR" sz="1600" dirty="0"/>
                        <a:t> de l’interface ou classe parente.</a:t>
                      </a:r>
                    </a:p>
                  </a:txBody>
                  <a:tcPr/>
                </a:tc>
                <a:extLst>
                  <a:ext uri="{0D108BD9-81ED-4DB2-BD59-A6C34878D82A}">
                    <a16:rowId xmlns:a16="http://schemas.microsoft.com/office/drawing/2014/main" val="3043766677"/>
                  </a:ext>
                </a:extLst>
              </a:tr>
              <a:tr h="370840">
                <a:tc>
                  <a:txBody>
                    <a:bodyPr/>
                    <a:lstStyle/>
                    <a:p>
                      <a:r>
                        <a:rPr lang="fr-FR" sz="1600" b="1" dirty="0"/>
                        <a:t>Tags HTML (</a:t>
                      </a:r>
                      <a:r>
                        <a:rPr lang="fr-FR" sz="1600" b="1" dirty="0">
                          <a:latin typeface="Courier New" panose="02070309020205020404" pitchFamily="49" charset="0"/>
                          <a:cs typeface="Courier New" panose="02070309020205020404" pitchFamily="49" charset="0"/>
                        </a:rPr>
                        <a:t>&lt;p&gt;, &lt;</a:t>
                      </a:r>
                      <a:r>
                        <a:rPr lang="fr-FR" sz="1600" b="1" dirty="0" err="1">
                          <a:latin typeface="Courier New" panose="02070309020205020404" pitchFamily="49" charset="0"/>
                          <a:cs typeface="Courier New" panose="02070309020205020404" pitchFamily="49" charset="0"/>
                        </a:rPr>
                        <a:t>ul</a:t>
                      </a:r>
                      <a:r>
                        <a:rPr lang="fr-FR" sz="1600" b="1" dirty="0">
                          <a:latin typeface="Courier New" panose="02070309020205020404" pitchFamily="49" charset="0"/>
                          <a:cs typeface="Courier New" panose="02070309020205020404" pitchFamily="49" charset="0"/>
                        </a:rPr>
                        <a:t>&gt;, &lt;li&gt;, …)</a:t>
                      </a:r>
                    </a:p>
                  </a:txBody>
                  <a:tcPr/>
                </a:tc>
                <a:tc>
                  <a:txBody>
                    <a:bodyPr/>
                    <a:lstStyle/>
                    <a:p>
                      <a:r>
                        <a:rPr lang="fr-FR" sz="1600" dirty="0"/>
                        <a:t>Permet de formatter la </a:t>
                      </a:r>
                      <a:r>
                        <a:rPr lang="fr-FR" sz="1600" dirty="0" err="1"/>
                        <a:t>Javadoc</a:t>
                      </a:r>
                      <a:endParaRPr lang="fr-FR" sz="1600" dirty="0"/>
                    </a:p>
                  </a:txBody>
                  <a:tcPr/>
                </a:tc>
                <a:extLst>
                  <a:ext uri="{0D108BD9-81ED-4DB2-BD59-A6C34878D82A}">
                    <a16:rowId xmlns:a16="http://schemas.microsoft.com/office/drawing/2014/main" val="803515350"/>
                  </a:ext>
                </a:extLst>
              </a:tr>
            </a:tbl>
          </a:graphicData>
        </a:graphic>
      </p:graphicFrame>
    </p:spTree>
    <p:extLst>
      <p:ext uri="{BB962C8B-B14F-4D97-AF65-F5344CB8AC3E}">
        <p14:creationId xmlns:p14="http://schemas.microsoft.com/office/powerpoint/2010/main" val="154242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9F2A8-FCEC-98E4-746D-1D015269A001}"/>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E07D4306-01A8-265D-78D7-B7E5DD2E499E}"/>
              </a:ext>
            </a:extLst>
          </p:cNvPr>
          <p:cNvSpPr>
            <a:spLocks noGrp="1"/>
          </p:cNvSpPr>
          <p:nvPr>
            <p:ph type="title"/>
          </p:nvPr>
        </p:nvSpPr>
        <p:spPr>
          <a:xfrm>
            <a:off x="748799" y="635964"/>
            <a:ext cx="8587706" cy="2226506"/>
          </a:xfrm>
        </p:spPr>
        <p:txBody>
          <a:bodyPr/>
          <a:lstStyle/>
          <a:p>
            <a:r>
              <a:rPr lang="fr-FR" dirty="0"/>
              <a:t>Gestion des Exceptions</a:t>
            </a:r>
            <a:endParaRPr lang="fr-FR" noProof="0" dirty="0"/>
          </a:p>
        </p:txBody>
      </p:sp>
      <p:sp>
        <p:nvSpPr>
          <p:cNvPr id="2" name="Espace réservé du numéro de diapositive 1">
            <a:extLst>
              <a:ext uri="{FF2B5EF4-FFF2-40B4-BE49-F238E27FC236}">
                <a16:creationId xmlns:a16="http://schemas.microsoft.com/office/drawing/2014/main" id="{BDFB0156-DBDE-4259-D345-F2B2FE0112E1}"/>
              </a:ext>
            </a:extLst>
          </p:cNvPr>
          <p:cNvSpPr>
            <a:spLocks noGrp="1"/>
          </p:cNvSpPr>
          <p:nvPr>
            <p:ph type="sldNum" sz="quarter" idx="4"/>
          </p:nvPr>
        </p:nvSpPr>
        <p:spPr/>
        <p:txBody>
          <a:bodyPr/>
          <a:lstStyle/>
          <a:p>
            <a:fld id="{525A3C56-E491-49B2-93F3-63532DF516BC}" type="slidenum">
              <a:rPr lang="en-CA" smtClean="0"/>
              <a:t>23</a:t>
            </a:fld>
            <a:endParaRPr lang="en-CA"/>
          </a:p>
        </p:txBody>
      </p:sp>
    </p:spTree>
    <p:extLst>
      <p:ext uri="{BB962C8B-B14F-4D97-AF65-F5344CB8AC3E}">
        <p14:creationId xmlns:p14="http://schemas.microsoft.com/office/powerpoint/2010/main" val="4159101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CC720-0544-F875-D485-F97A7729E333}"/>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3B0BAF6A-C6F4-9D6C-5A90-8DB3F0ADE244}"/>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a:t>Gestion des exceptions - Généralités</a:t>
            </a:r>
            <a:endParaRPr lang="fr-FR" sz="3600" noProof="0" dirty="0"/>
          </a:p>
        </p:txBody>
      </p:sp>
      <p:sp>
        <p:nvSpPr>
          <p:cNvPr id="11" name="TextBox 10">
            <a:extLst>
              <a:ext uri="{FF2B5EF4-FFF2-40B4-BE49-F238E27FC236}">
                <a16:creationId xmlns:a16="http://schemas.microsoft.com/office/drawing/2014/main" id="{1F3E752A-4F1A-A7C5-B54A-1428739C22C8}"/>
              </a:ext>
            </a:extLst>
          </p:cNvPr>
          <p:cNvSpPr txBox="1"/>
          <p:nvPr/>
        </p:nvSpPr>
        <p:spPr>
          <a:xfrm>
            <a:off x="843742" y="1708265"/>
            <a:ext cx="10210799" cy="272433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fr-FR" b="1" dirty="0"/>
              <a:t>Objectifs</a:t>
            </a:r>
          </a:p>
          <a:p>
            <a:endParaRPr lang="fr-FR" b="1" dirty="0"/>
          </a:p>
          <a:p>
            <a:pPr marL="285750" indent="-285750">
              <a:lnSpc>
                <a:spcPct val="150000"/>
              </a:lnSpc>
              <a:buFont typeface="Arial" panose="020B0604020202020204" pitchFamily="34" charset="0"/>
              <a:buChar char="•"/>
            </a:pPr>
            <a:r>
              <a:rPr lang="fr-FR" sz="1600" dirty="0"/>
              <a:t>Garantir un comportement prévisible de l’application</a:t>
            </a:r>
          </a:p>
          <a:p>
            <a:pPr marL="285750" indent="-285750">
              <a:lnSpc>
                <a:spcPct val="150000"/>
              </a:lnSpc>
              <a:buFont typeface="Arial" panose="020B0604020202020204" pitchFamily="34" charset="0"/>
              <a:buChar char="•"/>
            </a:pPr>
            <a:r>
              <a:rPr lang="fr-FR" sz="1600" dirty="0"/>
              <a:t>Séparer le flux nominal du flux d’erreur</a:t>
            </a:r>
          </a:p>
          <a:p>
            <a:pPr marL="285750" indent="-285750">
              <a:lnSpc>
                <a:spcPct val="150000"/>
              </a:lnSpc>
              <a:buFont typeface="Arial" panose="020B0604020202020204" pitchFamily="34" charset="0"/>
              <a:buChar char="•"/>
            </a:pPr>
            <a:r>
              <a:rPr lang="fr-FR" sz="1600" dirty="0"/>
              <a:t>Fournir des erreurs compréhensibles aux appelants</a:t>
            </a:r>
          </a:p>
          <a:p>
            <a:pPr marL="285750" indent="-285750">
              <a:lnSpc>
                <a:spcPct val="150000"/>
              </a:lnSpc>
              <a:buFont typeface="Arial" panose="020B0604020202020204" pitchFamily="34" charset="0"/>
              <a:buChar char="•"/>
            </a:pPr>
            <a:r>
              <a:rPr lang="fr-FR" sz="1600" dirty="0"/>
              <a:t>Faciliter le </a:t>
            </a:r>
            <a:r>
              <a:rPr lang="fr-FR" sz="1600" dirty="0" err="1"/>
              <a:t>debug</a:t>
            </a:r>
            <a:r>
              <a:rPr lang="fr-FR" sz="1600" dirty="0"/>
              <a:t>, le support et l’observabilité</a:t>
            </a:r>
          </a:p>
          <a:p>
            <a:pPr marL="285750" indent="-285750">
              <a:lnSpc>
                <a:spcPct val="150000"/>
              </a:lnSpc>
              <a:buFont typeface="Arial" panose="020B0604020202020204" pitchFamily="34" charset="0"/>
              <a:buChar char="•"/>
            </a:pPr>
            <a:r>
              <a:rPr lang="fr-FR" sz="1600" dirty="0"/>
              <a:t>Éviter les crashs silencieux ou non maîtrisés</a:t>
            </a:r>
          </a:p>
          <a:p>
            <a:pPr marL="285750" indent="-285750">
              <a:lnSpc>
                <a:spcPct val="150000"/>
              </a:lnSpc>
              <a:buFont typeface="Arial" panose="020B0604020202020204" pitchFamily="34" charset="0"/>
              <a:buChar char="•"/>
            </a:pPr>
            <a:r>
              <a:rPr lang="fr-FR" sz="1600" dirty="0">
                <a:sym typeface="Wingdings" panose="05000000000000000000" pitchFamily="2" charset="2"/>
              </a:rPr>
              <a:t>Identification de l’erreur (exceptions spécialisées)</a:t>
            </a:r>
          </a:p>
        </p:txBody>
      </p:sp>
      <p:sp>
        <p:nvSpPr>
          <p:cNvPr id="2" name="Espace réservé du numéro de diapositive 1">
            <a:extLst>
              <a:ext uri="{FF2B5EF4-FFF2-40B4-BE49-F238E27FC236}">
                <a16:creationId xmlns:a16="http://schemas.microsoft.com/office/drawing/2014/main" id="{D9C0D268-AA6F-1117-6524-CC754CD2D95C}"/>
              </a:ext>
            </a:extLst>
          </p:cNvPr>
          <p:cNvSpPr>
            <a:spLocks noGrp="1"/>
          </p:cNvSpPr>
          <p:nvPr>
            <p:ph type="sldNum" sz="quarter" idx="10"/>
          </p:nvPr>
        </p:nvSpPr>
        <p:spPr/>
        <p:txBody>
          <a:bodyPr/>
          <a:lstStyle/>
          <a:p>
            <a:fld id="{525A3C56-E491-49B2-93F3-63532DF516BC}" type="slidenum">
              <a:rPr lang="en-CA" smtClean="0"/>
              <a:t>24</a:t>
            </a:fld>
            <a:endParaRPr lang="en-CA"/>
          </a:p>
        </p:txBody>
      </p:sp>
      <p:pic>
        <p:nvPicPr>
          <p:cNvPr id="5" name="Image 4">
            <a:extLst>
              <a:ext uri="{FF2B5EF4-FFF2-40B4-BE49-F238E27FC236}">
                <a16:creationId xmlns:a16="http://schemas.microsoft.com/office/drawing/2014/main" id="{B0A25F56-92EA-B7E9-C2D5-4D83BDB66844}"/>
              </a:ext>
            </a:extLst>
          </p:cNvPr>
          <p:cNvPicPr>
            <a:picLocks noChangeAspect="1"/>
          </p:cNvPicPr>
          <p:nvPr/>
        </p:nvPicPr>
        <p:blipFill>
          <a:blip r:embed="rId3"/>
          <a:stretch>
            <a:fillRect/>
          </a:stretch>
        </p:blipFill>
        <p:spPr>
          <a:xfrm>
            <a:off x="3018257" y="4746087"/>
            <a:ext cx="4890427" cy="1602821"/>
          </a:xfrm>
          <a:prstGeom prst="rect">
            <a:avLst/>
          </a:prstGeom>
          <a:ln>
            <a:solidFill>
              <a:schemeClr val="tx1"/>
            </a:solidFill>
          </a:ln>
        </p:spPr>
      </p:pic>
      <p:pic>
        <p:nvPicPr>
          <p:cNvPr id="5122" name="Picture 2" descr="vérifier ">
            <a:extLst>
              <a:ext uri="{FF2B5EF4-FFF2-40B4-BE49-F238E27FC236}">
                <a16:creationId xmlns:a16="http://schemas.microsoft.com/office/drawing/2014/main" id="{674181BD-3C33-64CF-7D7D-53A595C0AA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5056" y="5739308"/>
            <a:ext cx="609600" cy="60960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annuler ">
            <a:extLst>
              <a:ext uri="{FF2B5EF4-FFF2-40B4-BE49-F238E27FC236}">
                <a16:creationId xmlns:a16="http://schemas.microsoft.com/office/drawing/2014/main" id="{BDF3EB7B-1EC7-FAF9-55D8-4514EF8CED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5056" y="4746087"/>
            <a:ext cx="609600"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3617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26"/>
                                        </p:tgtEl>
                                        <p:attrNameLst>
                                          <p:attrName>style.visibility</p:attrName>
                                        </p:attrNameLst>
                                      </p:cBhvr>
                                      <p:to>
                                        <p:strVal val="visible"/>
                                      </p:to>
                                    </p:set>
                                    <p:animEffect transition="in" filter="fade">
                                      <p:cBhvr>
                                        <p:cTn id="12" dur="500"/>
                                        <p:tgtEl>
                                          <p:spTgt spid="5126"/>
                                        </p:tgtEl>
                                      </p:cBhvr>
                                    </p:animEffect>
                                  </p:childTnLst>
                                </p:cTn>
                              </p:par>
                              <p:par>
                                <p:cTn id="13" presetID="10" presetClass="entr" presetSubtype="0" fill="hold" nodeType="withEffect">
                                  <p:stCondLst>
                                    <p:cond delay="0"/>
                                  </p:stCondLst>
                                  <p:childTnLst>
                                    <p:set>
                                      <p:cBhvr>
                                        <p:cTn id="14" dur="1" fill="hold">
                                          <p:stCondLst>
                                            <p:cond delay="0"/>
                                          </p:stCondLst>
                                        </p:cTn>
                                        <p:tgtEl>
                                          <p:spTgt spid="5122"/>
                                        </p:tgtEl>
                                        <p:attrNameLst>
                                          <p:attrName>style.visibility</p:attrName>
                                        </p:attrNameLst>
                                      </p:cBhvr>
                                      <p:to>
                                        <p:strVal val="visible"/>
                                      </p:to>
                                    </p:set>
                                    <p:animEffect transition="in" filter="fade">
                                      <p:cBhvr>
                                        <p:cTn id="15"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2EA9B-E9C9-C7E7-CE3F-F2889C0D2341}"/>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564DE060-8D69-601F-3E30-D11E5272D3A7}"/>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a:t>Gestion des exceptions – Exceptions et HTTP</a:t>
            </a:r>
            <a:endParaRPr lang="fr-FR" sz="3600" noProof="0" dirty="0"/>
          </a:p>
        </p:txBody>
      </p:sp>
      <p:sp>
        <p:nvSpPr>
          <p:cNvPr id="11" name="TextBox 10">
            <a:extLst>
              <a:ext uri="{FF2B5EF4-FFF2-40B4-BE49-F238E27FC236}">
                <a16:creationId xmlns:a16="http://schemas.microsoft.com/office/drawing/2014/main" id="{9AA8B052-D452-8493-7BDD-9FD6FF9490EC}"/>
              </a:ext>
            </a:extLst>
          </p:cNvPr>
          <p:cNvSpPr txBox="1"/>
          <p:nvPr/>
        </p:nvSpPr>
        <p:spPr>
          <a:xfrm>
            <a:off x="843742" y="1708265"/>
            <a:ext cx="10210799" cy="457099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fr-FR" b="1" dirty="0"/>
              <a:t>Règles</a:t>
            </a:r>
          </a:p>
          <a:p>
            <a:endParaRPr lang="fr-FR" b="1" dirty="0"/>
          </a:p>
          <a:p>
            <a:pPr marL="285750" indent="-285750">
              <a:lnSpc>
                <a:spcPct val="150000"/>
              </a:lnSpc>
              <a:buFont typeface="Arial" panose="020B0604020202020204" pitchFamily="34" charset="0"/>
              <a:buChar char="•"/>
            </a:pPr>
            <a:r>
              <a:rPr lang="fr-FR" sz="1600" dirty="0"/>
              <a:t>Dans une API, on ne doit pas exposer :</a:t>
            </a:r>
          </a:p>
          <a:p>
            <a:pPr marL="742950" lvl="1" indent="-285750">
              <a:lnSpc>
                <a:spcPct val="150000"/>
              </a:lnSpc>
              <a:buFont typeface="Arial" panose="020B0604020202020204" pitchFamily="34" charset="0"/>
              <a:buChar char="•"/>
            </a:pPr>
            <a:r>
              <a:rPr lang="fr-FR" sz="1600" b="1" dirty="0" err="1"/>
              <a:t>Stacktrace</a:t>
            </a:r>
            <a:r>
              <a:rPr lang="fr-FR" sz="1600" b="1" dirty="0"/>
              <a:t> * </a:t>
            </a:r>
          </a:p>
          <a:p>
            <a:pPr marL="742950" lvl="1" indent="-285750">
              <a:lnSpc>
                <a:spcPct val="150000"/>
              </a:lnSpc>
              <a:buFont typeface="Arial" panose="020B0604020202020204" pitchFamily="34" charset="0"/>
              <a:buChar char="•"/>
            </a:pPr>
            <a:r>
              <a:rPr lang="fr-FR" sz="1600" dirty="0">
                <a:sym typeface="Wingdings" panose="05000000000000000000" pitchFamily="2" charset="2"/>
              </a:rPr>
              <a:t>Message technique</a:t>
            </a:r>
          </a:p>
          <a:p>
            <a:pPr marL="742950" lvl="1" indent="-285750">
              <a:lnSpc>
                <a:spcPct val="150000"/>
              </a:lnSpc>
              <a:buFont typeface="Arial" panose="020B0604020202020204" pitchFamily="34" charset="0"/>
              <a:buChar char="•"/>
            </a:pPr>
            <a:r>
              <a:rPr lang="fr-FR" sz="1600" dirty="0">
                <a:sym typeface="Wingdings" panose="05000000000000000000" pitchFamily="2" charset="2"/>
              </a:rPr>
              <a:t>Type d’exception Java</a:t>
            </a:r>
          </a:p>
          <a:p>
            <a:pPr marL="285750" indent="-285750">
              <a:lnSpc>
                <a:spcPct val="150000"/>
              </a:lnSpc>
              <a:buFont typeface="Arial" panose="020B0604020202020204" pitchFamily="34" charset="0"/>
              <a:buChar char="•"/>
            </a:pPr>
            <a:endParaRPr lang="fr-FR" sz="1600" dirty="0">
              <a:sym typeface="Wingdings" panose="05000000000000000000" pitchFamily="2" charset="2"/>
            </a:endParaRPr>
          </a:p>
          <a:p>
            <a:pPr>
              <a:lnSpc>
                <a:spcPct val="150000"/>
              </a:lnSpc>
            </a:pPr>
            <a:r>
              <a:rPr lang="fr-FR" sz="1600" b="1" dirty="0">
                <a:sym typeface="Wingdings" panose="05000000000000000000" pitchFamily="2" charset="2"/>
              </a:rPr>
              <a:t>Principe</a:t>
            </a:r>
            <a:endParaRPr lang="fr-FR" sz="1600" dirty="0">
              <a:sym typeface="Wingdings" panose="05000000000000000000" pitchFamily="2" charset="2"/>
            </a:endParaRPr>
          </a:p>
          <a:p>
            <a:pPr marL="285750" indent="-285750">
              <a:lnSpc>
                <a:spcPct val="150000"/>
              </a:lnSpc>
              <a:buFont typeface="Arial" panose="020B0604020202020204" pitchFamily="34" charset="0"/>
              <a:buChar char="•"/>
            </a:pPr>
            <a:r>
              <a:rPr lang="fr-FR" sz="1600" dirty="0">
                <a:sym typeface="Wingdings" panose="05000000000000000000" pitchFamily="2" charset="2"/>
              </a:rPr>
              <a:t>Transformer une exception Java en réponse HTTP (code HTTP + message) pour notre API</a:t>
            </a:r>
          </a:p>
          <a:p>
            <a:pPr marL="285750" indent="-285750">
              <a:lnSpc>
                <a:spcPct val="150000"/>
              </a:lnSpc>
              <a:buFont typeface="Arial" panose="020B0604020202020204" pitchFamily="34" charset="0"/>
              <a:buChar char="•"/>
            </a:pPr>
            <a:r>
              <a:rPr lang="fr-FR" sz="1600" dirty="0">
                <a:sym typeface="Wingdings" panose="05000000000000000000" pitchFamily="2" charset="2"/>
              </a:rPr>
              <a:t>Construction d’un DTO (</a:t>
            </a:r>
            <a:r>
              <a:rPr lang="fr-FR" sz="1600" b="1" dirty="0">
                <a:sym typeface="Wingdings" panose="05000000000000000000" pitchFamily="2" charset="2"/>
              </a:rPr>
              <a:t>Data Transfer Object</a:t>
            </a:r>
            <a:r>
              <a:rPr lang="fr-FR" sz="1600" dirty="0">
                <a:sym typeface="Wingdings" panose="05000000000000000000" pitchFamily="2" charset="2"/>
              </a:rPr>
              <a:t>) d’erreur</a:t>
            </a:r>
          </a:p>
          <a:p>
            <a:pPr marL="742950" lvl="1" indent="-285750">
              <a:lnSpc>
                <a:spcPct val="150000"/>
              </a:lnSpc>
              <a:buFont typeface="Arial" panose="020B0604020202020204" pitchFamily="34" charset="0"/>
              <a:buChar char="•"/>
            </a:pPr>
            <a:r>
              <a:rPr lang="fr-FR" sz="1600" dirty="0">
                <a:sym typeface="Wingdings" panose="05000000000000000000" pitchFamily="2" charset="2"/>
              </a:rPr>
              <a:t>Message d’erreur</a:t>
            </a:r>
          </a:p>
          <a:p>
            <a:pPr marL="742950" lvl="1" indent="-285750">
              <a:lnSpc>
                <a:spcPct val="150000"/>
              </a:lnSpc>
              <a:buFont typeface="Arial" panose="020B0604020202020204" pitchFamily="34" charset="0"/>
              <a:buChar char="•"/>
            </a:pPr>
            <a:endParaRPr lang="fr-FR" sz="1600" dirty="0">
              <a:sym typeface="Wingdings" panose="05000000000000000000" pitchFamily="2" charset="2"/>
            </a:endParaRPr>
          </a:p>
          <a:p>
            <a:pPr lvl="1" algn="ctr">
              <a:lnSpc>
                <a:spcPct val="150000"/>
              </a:lnSpc>
            </a:pPr>
            <a:r>
              <a:rPr lang="fr-FR" b="1" dirty="0">
                <a:sym typeface="Wingdings" panose="05000000000000000000" pitchFamily="2" charset="2"/>
              </a:rPr>
              <a:t>Toute exception doit être loguée ou retransmise !!!</a:t>
            </a:r>
          </a:p>
        </p:txBody>
      </p:sp>
      <p:sp>
        <p:nvSpPr>
          <p:cNvPr id="2" name="Espace réservé du numéro de diapositive 1">
            <a:extLst>
              <a:ext uri="{FF2B5EF4-FFF2-40B4-BE49-F238E27FC236}">
                <a16:creationId xmlns:a16="http://schemas.microsoft.com/office/drawing/2014/main" id="{F9A0F33D-A39D-95A8-397B-478554E1CA24}"/>
              </a:ext>
            </a:extLst>
          </p:cNvPr>
          <p:cNvSpPr>
            <a:spLocks noGrp="1"/>
          </p:cNvSpPr>
          <p:nvPr>
            <p:ph type="sldNum" sz="quarter" idx="10"/>
          </p:nvPr>
        </p:nvSpPr>
        <p:spPr/>
        <p:txBody>
          <a:bodyPr/>
          <a:lstStyle/>
          <a:p>
            <a:fld id="{525A3C56-E491-49B2-93F3-63532DF516BC}" type="slidenum">
              <a:rPr lang="en-CA" smtClean="0"/>
              <a:t>25</a:t>
            </a:fld>
            <a:endParaRPr lang="en-CA"/>
          </a:p>
        </p:txBody>
      </p:sp>
      <p:pic>
        <p:nvPicPr>
          <p:cNvPr id="2050" name="Picture 2" descr="Android Debugging by Tutorials, Chapter 4: Analyzing the Stack Trace |  Kodeco">
            <a:extLst>
              <a:ext uri="{FF2B5EF4-FFF2-40B4-BE49-F238E27FC236}">
                <a16:creationId xmlns:a16="http://schemas.microsoft.com/office/drawing/2014/main" id="{CFB2E618-7F17-836C-0ED6-0DC17DDDD8A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191" t="9157"/>
          <a:stretch>
            <a:fillRect/>
          </a:stretch>
        </p:blipFill>
        <p:spPr bwMode="auto">
          <a:xfrm>
            <a:off x="5473176" y="1981195"/>
            <a:ext cx="5968999" cy="184372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8469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4FF51-5870-5D63-8722-1B2E79AC7810}"/>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64D7454F-8782-B05B-0206-06A5F6E2030B}"/>
              </a:ext>
            </a:extLst>
          </p:cNvPr>
          <p:cNvSpPr>
            <a:spLocks noGrp="1"/>
          </p:cNvSpPr>
          <p:nvPr>
            <p:ph type="title"/>
          </p:nvPr>
        </p:nvSpPr>
        <p:spPr/>
        <p:txBody>
          <a:bodyPr/>
          <a:lstStyle/>
          <a:p>
            <a:r>
              <a:rPr lang="fr-FR" noProof="0" dirty="0"/>
              <a:t>JDBC</a:t>
            </a:r>
          </a:p>
        </p:txBody>
      </p:sp>
      <p:sp>
        <p:nvSpPr>
          <p:cNvPr id="2" name="Espace réservé du numéro de diapositive 1">
            <a:extLst>
              <a:ext uri="{FF2B5EF4-FFF2-40B4-BE49-F238E27FC236}">
                <a16:creationId xmlns:a16="http://schemas.microsoft.com/office/drawing/2014/main" id="{02821367-5D92-9FB5-ABEE-032BC08BCDC9}"/>
              </a:ext>
            </a:extLst>
          </p:cNvPr>
          <p:cNvSpPr>
            <a:spLocks noGrp="1"/>
          </p:cNvSpPr>
          <p:nvPr>
            <p:ph type="sldNum" sz="quarter" idx="4"/>
          </p:nvPr>
        </p:nvSpPr>
        <p:spPr/>
        <p:txBody>
          <a:bodyPr/>
          <a:lstStyle/>
          <a:p>
            <a:fld id="{525A3C56-E491-49B2-93F3-63532DF516BC}" type="slidenum">
              <a:rPr lang="en-CA" smtClean="0"/>
              <a:t>26</a:t>
            </a:fld>
            <a:endParaRPr lang="en-CA"/>
          </a:p>
        </p:txBody>
      </p:sp>
    </p:spTree>
    <p:extLst>
      <p:ext uri="{BB962C8B-B14F-4D97-AF65-F5344CB8AC3E}">
        <p14:creationId xmlns:p14="http://schemas.microsoft.com/office/powerpoint/2010/main" val="1660287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03489-7BEA-06C6-FF26-3F4E13C45244}"/>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27C60FD7-B414-B9CF-C194-64B664A164C1}"/>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a:t>JDBC - Généralités</a:t>
            </a:r>
            <a:endParaRPr lang="fr-FR" sz="3600" noProof="0" dirty="0"/>
          </a:p>
        </p:txBody>
      </p:sp>
      <p:sp>
        <p:nvSpPr>
          <p:cNvPr id="11" name="TextBox 10">
            <a:extLst>
              <a:ext uri="{FF2B5EF4-FFF2-40B4-BE49-F238E27FC236}">
                <a16:creationId xmlns:a16="http://schemas.microsoft.com/office/drawing/2014/main" id="{51229E68-1436-F916-6CB1-1FD41271F39E}"/>
              </a:ext>
            </a:extLst>
          </p:cNvPr>
          <p:cNvSpPr txBox="1"/>
          <p:nvPr/>
        </p:nvSpPr>
        <p:spPr>
          <a:xfrm>
            <a:off x="843742" y="1708265"/>
            <a:ext cx="10210799" cy="410368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lnSpc>
                <a:spcPct val="150000"/>
              </a:lnSpc>
            </a:pPr>
            <a:r>
              <a:rPr lang="fr-FR" sz="2000" b="1" noProof="0" dirty="0"/>
              <a:t>JDBC (Java </a:t>
            </a:r>
            <a:r>
              <a:rPr lang="fr-FR" sz="2000" b="1" noProof="0" dirty="0" err="1"/>
              <a:t>DataBase</a:t>
            </a:r>
            <a:r>
              <a:rPr lang="fr-FR" sz="2000" b="1" noProof="0" dirty="0"/>
              <a:t> Connectivity)</a:t>
            </a:r>
          </a:p>
          <a:p>
            <a:pPr fontAlgn="base">
              <a:lnSpc>
                <a:spcPct val="150000"/>
              </a:lnSpc>
            </a:pPr>
            <a:endParaRPr lang="fr-FR" b="1" noProof="0" dirty="0"/>
          </a:p>
          <a:p>
            <a:pPr marL="285750" indent="-285750" fontAlgn="base">
              <a:lnSpc>
                <a:spcPct val="150000"/>
              </a:lnSpc>
              <a:buFont typeface="Arial" panose="020B0604020202020204" pitchFamily="34" charset="0"/>
              <a:buChar char="•"/>
            </a:pPr>
            <a:r>
              <a:rPr lang="fr-FR" dirty="0"/>
              <a:t>API Standard de JAVA intégrée au JDK</a:t>
            </a:r>
          </a:p>
          <a:p>
            <a:pPr marL="285750" indent="-285750" fontAlgn="base">
              <a:lnSpc>
                <a:spcPct val="150000"/>
              </a:lnSpc>
              <a:buFont typeface="Arial" panose="020B0604020202020204" pitchFamily="34" charset="0"/>
              <a:buChar char="•"/>
            </a:pPr>
            <a:r>
              <a:rPr lang="fr-FR" noProof="0" dirty="0"/>
              <a:t>Permet à une application Java de </a:t>
            </a:r>
            <a:r>
              <a:rPr lang="fr-FR" dirty="0"/>
              <a:t>: </a:t>
            </a:r>
          </a:p>
          <a:p>
            <a:pPr marL="742950" lvl="1" indent="-285750" fontAlgn="base">
              <a:lnSpc>
                <a:spcPct val="150000"/>
              </a:lnSpc>
              <a:buFont typeface="Arial" panose="020B0604020202020204" pitchFamily="34" charset="0"/>
              <a:buChar char="•"/>
            </a:pPr>
            <a:r>
              <a:rPr lang="fr-FR" noProof="0" dirty="0"/>
              <a:t>Se connecter à une DB</a:t>
            </a:r>
          </a:p>
          <a:p>
            <a:pPr marL="742950" lvl="1" indent="-285750" fontAlgn="base">
              <a:lnSpc>
                <a:spcPct val="150000"/>
              </a:lnSpc>
              <a:buFont typeface="Arial" panose="020B0604020202020204" pitchFamily="34" charset="0"/>
              <a:buChar char="•"/>
            </a:pPr>
            <a:r>
              <a:rPr lang="fr-FR" noProof="0" dirty="0"/>
              <a:t>Exécuter des requêtes SQL</a:t>
            </a:r>
            <a:r>
              <a:rPr lang="fr-FR" dirty="0"/>
              <a:t>	</a:t>
            </a:r>
          </a:p>
          <a:p>
            <a:pPr marL="285750" indent="-285750" fontAlgn="base">
              <a:lnSpc>
                <a:spcPct val="150000"/>
              </a:lnSpc>
              <a:buFont typeface="Arial" panose="020B0604020202020204" pitchFamily="34" charset="0"/>
              <a:buChar char="•"/>
            </a:pPr>
            <a:r>
              <a:rPr lang="fr-FR" dirty="0"/>
              <a:t>Indépendant du moteur de base de données</a:t>
            </a:r>
          </a:p>
          <a:p>
            <a:pPr marL="742950" lvl="1" indent="-285750" fontAlgn="base">
              <a:lnSpc>
                <a:spcPct val="150000"/>
              </a:lnSpc>
              <a:buFont typeface="Arial" panose="020B0604020202020204" pitchFamily="34" charset="0"/>
              <a:buChar char="•"/>
            </a:pPr>
            <a:r>
              <a:rPr lang="fr-FR" sz="1600" dirty="0"/>
              <a:t>Utilisation de drivers interchangeables</a:t>
            </a:r>
          </a:p>
          <a:p>
            <a:pPr marL="742950" lvl="1" indent="-285750" fontAlgn="base">
              <a:lnSpc>
                <a:spcPct val="150000"/>
              </a:lnSpc>
              <a:buFont typeface="Arial" panose="020B0604020202020204" pitchFamily="34" charset="0"/>
              <a:buChar char="•"/>
            </a:pPr>
            <a:r>
              <a:rPr lang="fr-FR" sz="1600" dirty="0"/>
              <a:t>SQLite, Oracle, PostgreSQL, …</a:t>
            </a:r>
          </a:p>
          <a:p>
            <a:pPr marL="285750" indent="-285750" fontAlgn="base">
              <a:lnSpc>
                <a:spcPct val="150000"/>
              </a:lnSpc>
              <a:buFont typeface="Arial" panose="020B0604020202020204" pitchFamily="34" charset="0"/>
              <a:buChar char="•"/>
            </a:pPr>
            <a:endParaRPr lang="fr-FR" dirty="0"/>
          </a:p>
        </p:txBody>
      </p:sp>
      <p:sp>
        <p:nvSpPr>
          <p:cNvPr id="2" name="Espace réservé du numéro de diapositive 1">
            <a:extLst>
              <a:ext uri="{FF2B5EF4-FFF2-40B4-BE49-F238E27FC236}">
                <a16:creationId xmlns:a16="http://schemas.microsoft.com/office/drawing/2014/main" id="{F044B347-018C-1FC3-2462-56D6273A48CF}"/>
              </a:ext>
            </a:extLst>
          </p:cNvPr>
          <p:cNvSpPr>
            <a:spLocks noGrp="1"/>
          </p:cNvSpPr>
          <p:nvPr>
            <p:ph type="sldNum" sz="quarter" idx="10"/>
          </p:nvPr>
        </p:nvSpPr>
        <p:spPr/>
        <p:txBody>
          <a:bodyPr/>
          <a:lstStyle/>
          <a:p>
            <a:fld id="{525A3C56-E491-49B2-93F3-63532DF516BC}" type="slidenum">
              <a:rPr lang="en-CA" smtClean="0"/>
              <a:t>27</a:t>
            </a:fld>
            <a:endParaRPr lang="en-CA"/>
          </a:p>
        </p:txBody>
      </p:sp>
      <p:pic>
        <p:nvPicPr>
          <p:cNvPr id="6" name="Image 5">
            <a:extLst>
              <a:ext uri="{FF2B5EF4-FFF2-40B4-BE49-F238E27FC236}">
                <a16:creationId xmlns:a16="http://schemas.microsoft.com/office/drawing/2014/main" id="{682C31FC-0784-0BF4-6337-3C35053C89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3629" y="2007061"/>
            <a:ext cx="4739405" cy="3389393"/>
          </a:xfrm>
          <a:prstGeom prst="rect">
            <a:avLst/>
          </a:prstGeom>
        </p:spPr>
      </p:pic>
    </p:spTree>
    <p:extLst>
      <p:ext uri="{BB962C8B-B14F-4D97-AF65-F5344CB8AC3E}">
        <p14:creationId xmlns:p14="http://schemas.microsoft.com/office/powerpoint/2010/main" val="2307811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E6C63-EFD4-3FD4-DCE5-B68A4F1B8943}"/>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A1C8DD9E-9756-D26B-BBAE-CB637ECAB7D4}"/>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a:t>JDBC - Généralités</a:t>
            </a:r>
            <a:endParaRPr lang="fr-FR" sz="3600" noProof="0" dirty="0"/>
          </a:p>
        </p:txBody>
      </p:sp>
      <p:sp>
        <p:nvSpPr>
          <p:cNvPr id="11" name="TextBox 10">
            <a:extLst>
              <a:ext uri="{FF2B5EF4-FFF2-40B4-BE49-F238E27FC236}">
                <a16:creationId xmlns:a16="http://schemas.microsoft.com/office/drawing/2014/main" id="{FA35BE7F-1D95-96CB-35DA-66980410ED17}"/>
              </a:ext>
            </a:extLst>
          </p:cNvPr>
          <p:cNvSpPr txBox="1"/>
          <p:nvPr/>
        </p:nvSpPr>
        <p:spPr>
          <a:xfrm>
            <a:off x="1213895" y="1419093"/>
            <a:ext cx="10210799" cy="475566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lnSpc>
                <a:spcPct val="150000"/>
              </a:lnSpc>
            </a:pPr>
            <a:r>
              <a:rPr lang="fr-FR" sz="1600" b="1" noProof="0" dirty="0"/>
              <a:t>Application Java</a:t>
            </a:r>
          </a:p>
          <a:p>
            <a:pPr marL="285750" indent="-285750" fontAlgn="base">
              <a:lnSpc>
                <a:spcPct val="150000"/>
              </a:lnSpc>
              <a:buFont typeface="Arial" panose="020B0604020202020204" pitchFamily="34" charset="0"/>
              <a:buChar char="•"/>
            </a:pPr>
            <a:r>
              <a:rPr lang="fr-FR" sz="1600" noProof="0" dirty="0"/>
              <a:t>Contient le code métier</a:t>
            </a:r>
          </a:p>
          <a:p>
            <a:pPr marL="285750" indent="-285750" fontAlgn="base">
              <a:lnSpc>
                <a:spcPct val="150000"/>
              </a:lnSpc>
              <a:buFont typeface="Arial" panose="020B0604020202020204" pitchFamily="34" charset="0"/>
              <a:buChar char="•"/>
            </a:pPr>
            <a:r>
              <a:rPr lang="fr-FR" sz="1600" noProof="0" dirty="0"/>
              <a:t>Utilise l’API JDBC pour accéder aux données</a:t>
            </a:r>
          </a:p>
          <a:p>
            <a:pPr fontAlgn="base">
              <a:lnSpc>
                <a:spcPct val="150000"/>
              </a:lnSpc>
            </a:pPr>
            <a:endParaRPr lang="fr-FR" sz="1600" b="1" noProof="0" dirty="0"/>
          </a:p>
          <a:p>
            <a:pPr fontAlgn="base">
              <a:lnSpc>
                <a:spcPct val="150000"/>
              </a:lnSpc>
            </a:pPr>
            <a:r>
              <a:rPr lang="fr-FR" sz="1600" b="1" noProof="0" dirty="0"/>
              <a:t>API JDBC (</a:t>
            </a:r>
            <a:r>
              <a:rPr lang="fr-FR" sz="1600" b="1" noProof="0" dirty="0" err="1"/>
              <a:t>java.sql</a:t>
            </a:r>
            <a:r>
              <a:rPr lang="fr-FR" sz="1600" b="1" noProof="0" dirty="0"/>
              <a:t>)</a:t>
            </a:r>
          </a:p>
          <a:p>
            <a:pPr marL="285750" indent="-285750" fontAlgn="base">
              <a:lnSpc>
                <a:spcPct val="150000"/>
              </a:lnSpc>
              <a:buFont typeface="Arial" panose="020B0604020202020204" pitchFamily="34" charset="0"/>
              <a:buChar char="•"/>
            </a:pPr>
            <a:r>
              <a:rPr lang="fr-FR" sz="1600" noProof="0" dirty="0"/>
              <a:t>Ensemble d’interfaces standard Java</a:t>
            </a:r>
          </a:p>
          <a:p>
            <a:pPr marL="285750" indent="-285750" fontAlgn="base">
              <a:lnSpc>
                <a:spcPct val="150000"/>
              </a:lnSpc>
              <a:buFont typeface="Arial" panose="020B0604020202020204" pitchFamily="34" charset="0"/>
              <a:buChar char="•"/>
            </a:pPr>
            <a:r>
              <a:rPr lang="fr-FR" sz="1600" noProof="0" dirty="0"/>
              <a:t>Définit comment accéder à une base</a:t>
            </a:r>
          </a:p>
          <a:p>
            <a:pPr marL="285750" indent="-285750" fontAlgn="base">
              <a:lnSpc>
                <a:spcPct val="150000"/>
              </a:lnSpc>
              <a:buFont typeface="Arial" panose="020B0604020202020204" pitchFamily="34" charset="0"/>
              <a:buChar char="•"/>
            </a:pPr>
            <a:r>
              <a:rPr lang="fr-FR" sz="1600" noProof="0" dirty="0"/>
              <a:t>Indépendante du type de base de données</a:t>
            </a:r>
          </a:p>
          <a:p>
            <a:pPr fontAlgn="base">
              <a:lnSpc>
                <a:spcPct val="150000"/>
              </a:lnSpc>
            </a:pPr>
            <a:endParaRPr lang="fr-FR" sz="1600" b="1" noProof="0" dirty="0"/>
          </a:p>
          <a:p>
            <a:pPr fontAlgn="base">
              <a:lnSpc>
                <a:spcPct val="150000"/>
              </a:lnSpc>
            </a:pPr>
            <a:r>
              <a:rPr lang="fr-FR" sz="1600" b="1" noProof="0" dirty="0"/>
              <a:t>JDBC Driver</a:t>
            </a:r>
          </a:p>
          <a:p>
            <a:pPr marL="285750" indent="-285750" fontAlgn="base">
              <a:lnSpc>
                <a:spcPct val="150000"/>
              </a:lnSpc>
              <a:buFont typeface="Arial" panose="020B0604020202020204" pitchFamily="34" charset="0"/>
              <a:buChar char="•"/>
            </a:pPr>
            <a:r>
              <a:rPr lang="fr-FR" sz="1600" noProof="0" dirty="0"/>
              <a:t>Implémentation spécifique à une base</a:t>
            </a:r>
          </a:p>
          <a:p>
            <a:pPr marL="285750" indent="-285750" fontAlgn="base">
              <a:lnSpc>
                <a:spcPct val="150000"/>
              </a:lnSpc>
              <a:buFont typeface="Arial" panose="020B0604020202020204" pitchFamily="34" charset="0"/>
              <a:buChar char="•"/>
            </a:pPr>
            <a:r>
              <a:rPr lang="fr-FR" sz="1600" noProof="0" dirty="0"/>
              <a:t>Traduit les appels JDBC en requêtes compréhensibles par la base</a:t>
            </a:r>
          </a:p>
          <a:p>
            <a:pPr marL="285750" indent="-285750" fontAlgn="base">
              <a:lnSpc>
                <a:spcPct val="150000"/>
              </a:lnSpc>
              <a:buFont typeface="Arial" panose="020B0604020202020204" pitchFamily="34" charset="0"/>
              <a:buChar char="•"/>
            </a:pPr>
            <a:r>
              <a:rPr lang="fr-FR" sz="1600" noProof="0" dirty="0"/>
              <a:t>Exemples : SQLite, MySQL, Oracle, PostgreSQL</a:t>
            </a:r>
          </a:p>
        </p:txBody>
      </p:sp>
      <p:sp>
        <p:nvSpPr>
          <p:cNvPr id="2" name="Espace réservé du numéro de diapositive 1">
            <a:extLst>
              <a:ext uri="{FF2B5EF4-FFF2-40B4-BE49-F238E27FC236}">
                <a16:creationId xmlns:a16="http://schemas.microsoft.com/office/drawing/2014/main" id="{B5C65C3B-E352-6F8F-B792-3CE7E11FF9EA}"/>
              </a:ext>
            </a:extLst>
          </p:cNvPr>
          <p:cNvSpPr>
            <a:spLocks noGrp="1"/>
          </p:cNvSpPr>
          <p:nvPr>
            <p:ph type="sldNum" sz="quarter" idx="10"/>
          </p:nvPr>
        </p:nvSpPr>
        <p:spPr/>
        <p:txBody>
          <a:bodyPr/>
          <a:lstStyle/>
          <a:p>
            <a:fld id="{525A3C56-E491-49B2-93F3-63532DF516BC}" type="slidenum">
              <a:rPr lang="en-CA" smtClean="0"/>
              <a:t>28</a:t>
            </a:fld>
            <a:endParaRPr lang="en-CA"/>
          </a:p>
        </p:txBody>
      </p:sp>
      <p:pic>
        <p:nvPicPr>
          <p:cNvPr id="6" name="Image 5">
            <a:extLst>
              <a:ext uri="{FF2B5EF4-FFF2-40B4-BE49-F238E27FC236}">
                <a16:creationId xmlns:a16="http://schemas.microsoft.com/office/drawing/2014/main" id="{7FCD7827-FDBA-8D50-DA03-27D02C7179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3629" y="1592715"/>
            <a:ext cx="4739405" cy="3389393"/>
          </a:xfrm>
          <a:prstGeom prst="rect">
            <a:avLst/>
          </a:prstGeom>
        </p:spPr>
      </p:pic>
    </p:spTree>
    <p:extLst>
      <p:ext uri="{BB962C8B-B14F-4D97-AF65-F5344CB8AC3E}">
        <p14:creationId xmlns:p14="http://schemas.microsoft.com/office/powerpoint/2010/main" val="3956304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A246A-749C-C0C1-88EB-4A69A43EC77C}"/>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7C81FB1E-EF9A-2F2E-BCFB-91C9ED737C73}"/>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a:t>JDBC - Utilisation</a:t>
            </a:r>
            <a:endParaRPr lang="fr-FR" sz="3600" noProof="0" dirty="0"/>
          </a:p>
        </p:txBody>
      </p:sp>
      <p:sp>
        <p:nvSpPr>
          <p:cNvPr id="2" name="Espace réservé du numéro de diapositive 1">
            <a:extLst>
              <a:ext uri="{FF2B5EF4-FFF2-40B4-BE49-F238E27FC236}">
                <a16:creationId xmlns:a16="http://schemas.microsoft.com/office/drawing/2014/main" id="{80F412D1-CEC1-CFC8-0056-06AB4336F96B}"/>
              </a:ext>
            </a:extLst>
          </p:cNvPr>
          <p:cNvSpPr>
            <a:spLocks noGrp="1"/>
          </p:cNvSpPr>
          <p:nvPr>
            <p:ph type="sldNum" sz="quarter" idx="10"/>
          </p:nvPr>
        </p:nvSpPr>
        <p:spPr/>
        <p:txBody>
          <a:bodyPr/>
          <a:lstStyle/>
          <a:p>
            <a:fld id="{525A3C56-E491-49B2-93F3-63532DF516BC}" type="slidenum">
              <a:rPr lang="en-CA" smtClean="0"/>
              <a:t>29</a:t>
            </a:fld>
            <a:endParaRPr lang="en-CA"/>
          </a:p>
        </p:txBody>
      </p:sp>
      <p:graphicFrame>
        <p:nvGraphicFramePr>
          <p:cNvPr id="3" name="Tableau 2">
            <a:extLst>
              <a:ext uri="{FF2B5EF4-FFF2-40B4-BE49-F238E27FC236}">
                <a16:creationId xmlns:a16="http://schemas.microsoft.com/office/drawing/2014/main" id="{7BC581F9-E872-2E99-2B5F-65C2848DBD99}"/>
              </a:ext>
            </a:extLst>
          </p:cNvPr>
          <p:cNvGraphicFramePr>
            <a:graphicFrameLocks noGrp="1"/>
          </p:cNvGraphicFramePr>
          <p:nvPr>
            <p:extLst>
              <p:ext uri="{D42A27DB-BD31-4B8C-83A1-F6EECF244321}">
                <p14:modId xmlns:p14="http://schemas.microsoft.com/office/powerpoint/2010/main" val="3558200688"/>
              </p:ext>
            </p:extLst>
          </p:nvPr>
        </p:nvGraphicFramePr>
        <p:xfrm>
          <a:off x="872359" y="1749395"/>
          <a:ext cx="10290676" cy="3205480"/>
        </p:xfrm>
        <a:graphic>
          <a:graphicData uri="http://schemas.openxmlformats.org/drawingml/2006/table">
            <a:tbl>
              <a:tblPr firstRow="1" bandRow="1">
                <a:tableStyleId>{5C22544A-7EE6-4342-B048-85BDC9FD1C3A}</a:tableStyleId>
              </a:tblPr>
              <a:tblGrid>
                <a:gridCol w="5145338">
                  <a:extLst>
                    <a:ext uri="{9D8B030D-6E8A-4147-A177-3AD203B41FA5}">
                      <a16:colId xmlns:a16="http://schemas.microsoft.com/office/drawing/2014/main" val="4116950233"/>
                    </a:ext>
                  </a:extLst>
                </a:gridCol>
                <a:gridCol w="5145338">
                  <a:extLst>
                    <a:ext uri="{9D8B030D-6E8A-4147-A177-3AD203B41FA5}">
                      <a16:colId xmlns:a16="http://schemas.microsoft.com/office/drawing/2014/main" val="2573550872"/>
                    </a:ext>
                  </a:extLst>
                </a:gridCol>
              </a:tblGrid>
              <a:tr h="370840">
                <a:tc>
                  <a:txBody>
                    <a:bodyPr/>
                    <a:lstStyle/>
                    <a:p>
                      <a:r>
                        <a:rPr lang="fr-FR" dirty="0"/>
                        <a:t>Classe</a:t>
                      </a:r>
                    </a:p>
                  </a:txBody>
                  <a:tcPr/>
                </a:tc>
                <a:tc>
                  <a:txBody>
                    <a:bodyPr/>
                    <a:lstStyle/>
                    <a:p>
                      <a:r>
                        <a:rPr lang="fr-FR" dirty="0"/>
                        <a:t>Fonction</a:t>
                      </a:r>
                    </a:p>
                  </a:txBody>
                  <a:tcPr/>
                </a:tc>
                <a:extLst>
                  <a:ext uri="{0D108BD9-81ED-4DB2-BD59-A6C34878D82A}">
                    <a16:rowId xmlns:a16="http://schemas.microsoft.com/office/drawing/2014/main" val="1216904785"/>
                  </a:ext>
                </a:extLst>
              </a:tr>
              <a:tr h="370840">
                <a:tc>
                  <a:txBody>
                    <a:bodyPr/>
                    <a:lstStyle/>
                    <a:p>
                      <a:pPr algn="l"/>
                      <a:r>
                        <a:rPr lang="fr-FR" b="1" dirty="0" err="1"/>
                        <a:t>DriverManager</a:t>
                      </a:r>
                      <a:endParaRPr lang="fr-FR"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effectLst/>
                        </a:rPr>
                        <a:t>Charger et configurer le driver de la base de données</a:t>
                      </a:r>
                    </a:p>
                  </a:txBody>
                  <a:tcPr/>
                </a:tc>
                <a:extLst>
                  <a:ext uri="{0D108BD9-81ED-4DB2-BD59-A6C34878D82A}">
                    <a16:rowId xmlns:a16="http://schemas.microsoft.com/office/drawing/2014/main" val="2005384060"/>
                  </a:ext>
                </a:extLst>
              </a:tr>
              <a:tr h="370840">
                <a:tc>
                  <a:txBody>
                    <a:bodyPr/>
                    <a:lstStyle/>
                    <a:p>
                      <a:pPr algn="l"/>
                      <a:r>
                        <a:rPr lang="fr-FR" b="1" dirty="0"/>
                        <a:t>Connection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effectLst/>
                        </a:rPr>
                        <a:t>Réaliser la connexion et l'authentification à la base de données</a:t>
                      </a:r>
                    </a:p>
                  </a:txBody>
                  <a:tcPr/>
                </a:tc>
                <a:extLst>
                  <a:ext uri="{0D108BD9-81ED-4DB2-BD59-A6C34878D82A}">
                    <a16:rowId xmlns:a16="http://schemas.microsoft.com/office/drawing/2014/main" val="2501669214"/>
                  </a:ext>
                </a:extLst>
              </a:tr>
              <a:tr h="370840">
                <a:tc>
                  <a:txBody>
                    <a:bodyPr/>
                    <a:lstStyle/>
                    <a:p>
                      <a:pPr algn="l"/>
                      <a:r>
                        <a:rPr lang="fr-FR" b="1" dirty="0" err="1"/>
                        <a:t>Statement</a:t>
                      </a:r>
                      <a:r>
                        <a:rPr lang="fr-FR" b="1" dirty="0"/>
                        <a:t> (et ses interfaces filles </a:t>
                      </a:r>
                      <a:r>
                        <a:rPr lang="fr-FR" b="1" dirty="0" err="1"/>
                        <a:t>PreparedStatement</a:t>
                      </a:r>
                      <a:r>
                        <a:rPr lang="fr-FR" b="1" dirty="0"/>
                        <a:t> et </a:t>
                      </a:r>
                      <a:r>
                        <a:rPr lang="fr-FR" b="1" dirty="0" err="1"/>
                        <a:t>CallableStatement</a:t>
                      </a:r>
                      <a:r>
                        <a:rPr lang="fr-FR" b="1"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effectLst/>
                        </a:rPr>
                        <a:t>Encapsuler la requête SQL et la transmettre pour exécution à la base de données</a:t>
                      </a:r>
                    </a:p>
                  </a:txBody>
                  <a:tcPr/>
                </a:tc>
                <a:extLst>
                  <a:ext uri="{0D108BD9-81ED-4DB2-BD59-A6C34878D82A}">
                    <a16:rowId xmlns:a16="http://schemas.microsoft.com/office/drawing/2014/main" val="763720405"/>
                  </a:ext>
                </a:extLst>
              </a:tr>
              <a:tr h="370840">
                <a:tc>
                  <a:txBody>
                    <a:bodyPr/>
                    <a:lstStyle/>
                    <a:p>
                      <a:pPr algn="l"/>
                      <a:r>
                        <a:rPr lang="fr-FR" b="1" dirty="0" err="1">
                          <a:effectLst/>
                        </a:rPr>
                        <a:t>ResultSet</a:t>
                      </a:r>
                      <a:endParaRPr lang="fr-FR"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effectLst/>
                        </a:rPr>
                        <a:t>Parcourir les informations retournées par la base de données dans le cas d'une sélection de données</a:t>
                      </a:r>
                    </a:p>
                  </a:txBody>
                  <a:tcPr/>
                </a:tc>
                <a:extLst>
                  <a:ext uri="{0D108BD9-81ED-4DB2-BD59-A6C34878D82A}">
                    <a16:rowId xmlns:a16="http://schemas.microsoft.com/office/drawing/2014/main" val="2012342762"/>
                  </a:ext>
                </a:extLst>
              </a:tr>
            </a:tbl>
          </a:graphicData>
        </a:graphic>
      </p:graphicFrame>
    </p:spTree>
    <p:extLst>
      <p:ext uri="{BB962C8B-B14F-4D97-AF65-F5344CB8AC3E}">
        <p14:creationId xmlns:p14="http://schemas.microsoft.com/office/powerpoint/2010/main" val="2061558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FEBE3-0F92-CF39-5781-8DEFFCE33EDA}"/>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6C3A0E02-39AA-FBD2-632E-6B76271259AA}"/>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a:t>JDBC - Exemples</a:t>
            </a:r>
            <a:endParaRPr lang="fr-FR" sz="3600" noProof="0" dirty="0"/>
          </a:p>
        </p:txBody>
      </p:sp>
      <p:sp>
        <p:nvSpPr>
          <p:cNvPr id="2" name="Espace réservé du numéro de diapositive 1">
            <a:extLst>
              <a:ext uri="{FF2B5EF4-FFF2-40B4-BE49-F238E27FC236}">
                <a16:creationId xmlns:a16="http://schemas.microsoft.com/office/drawing/2014/main" id="{D4A78131-48B4-2858-223A-D22FC8A6DF58}"/>
              </a:ext>
            </a:extLst>
          </p:cNvPr>
          <p:cNvSpPr>
            <a:spLocks noGrp="1"/>
          </p:cNvSpPr>
          <p:nvPr>
            <p:ph type="sldNum" sz="quarter" idx="10"/>
          </p:nvPr>
        </p:nvSpPr>
        <p:spPr/>
        <p:txBody>
          <a:bodyPr/>
          <a:lstStyle/>
          <a:p>
            <a:fld id="{525A3C56-E491-49B2-93F3-63532DF516BC}" type="slidenum">
              <a:rPr lang="en-CA" smtClean="0"/>
              <a:t>30</a:t>
            </a:fld>
            <a:endParaRPr lang="en-CA"/>
          </a:p>
        </p:txBody>
      </p:sp>
      <p:pic>
        <p:nvPicPr>
          <p:cNvPr id="13" name="Image 12">
            <a:extLst>
              <a:ext uri="{FF2B5EF4-FFF2-40B4-BE49-F238E27FC236}">
                <a16:creationId xmlns:a16="http://schemas.microsoft.com/office/drawing/2014/main" id="{C08CE0E5-F4FA-95C3-AD1E-4CB4C8EE43C0}"/>
              </a:ext>
            </a:extLst>
          </p:cNvPr>
          <p:cNvPicPr>
            <a:picLocks noChangeAspect="1"/>
          </p:cNvPicPr>
          <p:nvPr/>
        </p:nvPicPr>
        <p:blipFill>
          <a:blip r:embed="rId3"/>
          <a:stretch>
            <a:fillRect/>
          </a:stretch>
        </p:blipFill>
        <p:spPr>
          <a:xfrm>
            <a:off x="2324323" y="1473820"/>
            <a:ext cx="7543353" cy="4391817"/>
          </a:xfrm>
          <a:prstGeom prst="rect">
            <a:avLst/>
          </a:prstGeom>
          <a:ln>
            <a:solidFill>
              <a:schemeClr val="tx1"/>
            </a:solidFill>
          </a:ln>
        </p:spPr>
      </p:pic>
      <p:pic>
        <p:nvPicPr>
          <p:cNvPr id="18" name="Image 17">
            <a:extLst>
              <a:ext uri="{FF2B5EF4-FFF2-40B4-BE49-F238E27FC236}">
                <a16:creationId xmlns:a16="http://schemas.microsoft.com/office/drawing/2014/main" id="{9E2DB6A8-919C-233B-8068-7A362D9407CF}"/>
              </a:ext>
            </a:extLst>
          </p:cNvPr>
          <p:cNvPicPr>
            <a:picLocks noChangeAspect="1"/>
          </p:cNvPicPr>
          <p:nvPr/>
        </p:nvPicPr>
        <p:blipFill>
          <a:blip r:embed="rId4"/>
          <a:stretch>
            <a:fillRect/>
          </a:stretch>
        </p:blipFill>
        <p:spPr>
          <a:xfrm>
            <a:off x="3215389" y="1214343"/>
            <a:ext cx="5761219" cy="5235394"/>
          </a:xfrm>
          <a:prstGeom prst="rect">
            <a:avLst/>
          </a:prstGeom>
          <a:ln>
            <a:solidFill>
              <a:schemeClr val="tx1"/>
            </a:solidFill>
          </a:ln>
        </p:spPr>
      </p:pic>
    </p:spTree>
    <p:extLst>
      <p:ext uri="{BB962C8B-B14F-4D97-AF65-F5344CB8AC3E}">
        <p14:creationId xmlns:p14="http://schemas.microsoft.com/office/powerpoint/2010/main" val="1938227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 presetClass="exit" presetSubtype="0" fill="hold" nodeType="withEffect">
                                  <p:stCondLst>
                                    <p:cond delay="0"/>
                                  </p:stCondLst>
                                  <p:childTnLst>
                                    <p:set>
                                      <p:cBhvr>
                                        <p:cTn id="9"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942FD-1246-A7A5-24B8-3C5D7A9DE82C}"/>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662962AC-00E4-E292-18C9-E7EECDBBBAC5}"/>
              </a:ext>
            </a:extLst>
          </p:cNvPr>
          <p:cNvSpPr>
            <a:spLocks noGrp="1"/>
          </p:cNvSpPr>
          <p:nvPr>
            <p:ph type="title"/>
          </p:nvPr>
        </p:nvSpPr>
        <p:spPr>
          <a:xfrm>
            <a:off x="748799" y="635964"/>
            <a:ext cx="8587706" cy="2226506"/>
          </a:xfrm>
        </p:spPr>
        <p:txBody>
          <a:bodyPr/>
          <a:lstStyle/>
          <a:p>
            <a:r>
              <a:rPr lang="fr-FR" noProof="0" dirty="0"/>
              <a:t>Bonnes pratiques de développement</a:t>
            </a:r>
          </a:p>
        </p:txBody>
      </p:sp>
      <p:sp>
        <p:nvSpPr>
          <p:cNvPr id="2" name="Espace réservé du numéro de diapositive 1">
            <a:extLst>
              <a:ext uri="{FF2B5EF4-FFF2-40B4-BE49-F238E27FC236}">
                <a16:creationId xmlns:a16="http://schemas.microsoft.com/office/drawing/2014/main" id="{E033B3BF-5C44-0B76-89A0-A8C016DB2644}"/>
              </a:ext>
            </a:extLst>
          </p:cNvPr>
          <p:cNvSpPr>
            <a:spLocks noGrp="1"/>
          </p:cNvSpPr>
          <p:nvPr>
            <p:ph type="sldNum" sz="quarter" idx="4"/>
          </p:nvPr>
        </p:nvSpPr>
        <p:spPr/>
        <p:txBody>
          <a:bodyPr/>
          <a:lstStyle/>
          <a:p>
            <a:fld id="{525A3C56-E491-49B2-93F3-63532DF516BC}" type="slidenum">
              <a:rPr lang="en-CA" smtClean="0"/>
              <a:t>31</a:t>
            </a:fld>
            <a:endParaRPr lang="en-CA"/>
          </a:p>
        </p:txBody>
      </p:sp>
    </p:spTree>
    <p:extLst>
      <p:ext uri="{BB962C8B-B14F-4D97-AF65-F5344CB8AC3E}">
        <p14:creationId xmlns:p14="http://schemas.microsoft.com/office/powerpoint/2010/main" val="2363262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C54C3-FEAE-9D30-3551-74DF9B782211}"/>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BEFDD469-C172-EF3C-0DF8-CFF19C1C5E34}"/>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a:t>DRY &amp; WET</a:t>
            </a:r>
            <a:endParaRPr lang="fr-FR" sz="3600" noProof="0" dirty="0"/>
          </a:p>
        </p:txBody>
      </p:sp>
      <p:sp>
        <p:nvSpPr>
          <p:cNvPr id="11" name="TextBox 10">
            <a:extLst>
              <a:ext uri="{FF2B5EF4-FFF2-40B4-BE49-F238E27FC236}">
                <a16:creationId xmlns:a16="http://schemas.microsoft.com/office/drawing/2014/main" id="{26021B65-3CFD-2783-2458-EA8ACF2A7573}"/>
              </a:ext>
            </a:extLst>
          </p:cNvPr>
          <p:cNvSpPr txBox="1"/>
          <p:nvPr/>
        </p:nvSpPr>
        <p:spPr>
          <a:xfrm>
            <a:off x="843743" y="1708265"/>
            <a:ext cx="5252258" cy="539634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fr-FR" sz="2000" b="1" dirty="0"/>
              <a:t>DRY – Don’t </a:t>
            </a:r>
            <a:r>
              <a:rPr lang="fr-FR" sz="2000" b="1" dirty="0" err="1"/>
              <a:t>Repeat</a:t>
            </a:r>
            <a:r>
              <a:rPr lang="fr-FR" sz="2000" b="1" dirty="0"/>
              <a:t> </a:t>
            </a:r>
            <a:r>
              <a:rPr lang="fr-FR" sz="2000" b="1" dirty="0" err="1"/>
              <a:t>Yourself</a:t>
            </a:r>
            <a:endParaRPr lang="fr-FR" sz="2000" b="1" dirty="0"/>
          </a:p>
          <a:p>
            <a:pPr marL="285750" indent="-285750">
              <a:lnSpc>
                <a:spcPct val="150000"/>
              </a:lnSpc>
              <a:buFont typeface="Arial" panose="020B0604020202020204" pitchFamily="34" charset="0"/>
              <a:buChar char="•"/>
            </a:pPr>
            <a:r>
              <a:rPr lang="fr-FR" dirty="0"/>
              <a:t>Une information ne doit exister qu’à un seul endroit</a:t>
            </a:r>
          </a:p>
          <a:p>
            <a:pPr marL="285750" indent="-285750">
              <a:lnSpc>
                <a:spcPct val="150000"/>
              </a:lnSpc>
              <a:buFont typeface="Arial" panose="020B0604020202020204" pitchFamily="34" charset="0"/>
              <a:buChar char="•"/>
            </a:pPr>
            <a:r>
              <a:rPr lang="fr-FR" dirty="0"/>
              <a:t>Éviter les duplications :</a:t>
            </a:r>
          </a:p>
          <a:p>
            <a:pPr marL="742950" lvl="1" indent="-285750">
              <a:lnSpc>
                <a:spcPct val="150000"/>
              </a:lnSpc>
              <a:buFont typeface="Arial" panose="020B0604020202020204" pitchFamily="34" charset="0"/>
              <a:buChar char="•"/>
            </a:pPr>
            <a:r>
              <a:rPr lang="fr-FR" dirty="0"/>
              <a:t>de logique</a:t>
            </a:r>
          </a:p>
          <a:p>
            <a:pPr marL="742950" lvl="1" indent="-285750">
              <a:lnSpc>
                <a:spcPct val="150000"/>
              </a:lnSpc>
              <a:buFont typeface="Arial" panose="020B0604020202020204" pitchFamily="34" charset="0"/>
              <a:buChar char="•"/>
            </a:pPr>
            <a:r>
              <a:rPr lang="fr-FR" dirty="0"/>
              <a:t>de règles métier</a:t>
            </a:r>
          </a:p>
          <a:p>
            <a:pPr marL="742950" lvl="1" indent="-285750">
              <a:lnSpc>
                <a:spcPct val="150000"/>
              </a:lnSpc>
              <a:buFont typeface="Arial" panose="020B0604020202020204" pitchFamily="34" charset="0"/>
              <a:buChar char="•"/>
            </a:pPr>
            <a:r>
              <a:rPr lang="fr-FR" dirty="0"/>
              <a:t>de constantes</a:t>
            </a:r>
          </a:p>
          <a:p>
            <a:pPr>
              <a:lnSpc>
                <a:spcPct val="150000"/>
              </a:lnSpc>
            </a:pPr>
            <a:r>
              <a:rPr lang="fr-FR" b="1" dirty="0"/>
              <a:t>Avantages :</a:t>
            </a:r>
          </a:p>
          <a:p>
            <a:pPr marL="285750" indent="-285750">
              <a:lnSpc>
                <a:spcPct val="150000"/>
              </a:lnSpc>
              <a:buFont typeface="Arial" panose="020B0604020202020204" pitchFamily="34" charset="0"/>
              <a:buChar char="•"/>
            </a:pPr>
            <a:r>
              <a:rPr lang="fr-FR" dirty="0"/>
              <a:t>Réduction des bugs</a:t>
            </a:r>
          </a:p>
          <a:p>
            <a:pPr marL="285750" indent="-285750">
              <a:lnSpc>
                <a:spcPct val="150000"/>
              </a:lnSpc>
              <a:buFont typeface="Arial" panose="020B0604020202020204" pitchFamily="34" charset="0"/>
              <a:buChar char="•"/>
            </a:pPr>
            <a:r>
              <a:rPr lang="fr-FR" dirty="0"/>
              <a:t>Code plus maintenable</a:t>
            </a:r>
          </a:p>
          <a:p>
            <a:pPr>
              <a:lnSpc>
                <a:spcPct val="150000"/>
              </a:lnSpc>
            </a:pPr>
            <a:r>
              <a:rPr lang="fr-FR" b="1" dirty="0"/>
              <a:t>Un changement </a:t>
            </a:r>
            <a:r>
              <a:rPr lang="fr-FR" b="1" dirty="0">
                <a:sym typeface="Wingdings" panose="05000000000000000000" pitchFamily="2" charset="2"/>
              </a:rPr>
              <a:t></a:t>
            </a:r>
            <a:r>
              <a:rPr lang="fr-FR" b="1" dirty="0"/>
              <a:t> une seule modification !!</a:t>
            </a:r>
          </a:p>
          <a:p>
            <a:pPr>
              <a:lnSpc>
                <a:spcPct val="150000"/>
              </a:lnSpc>
            </a:pPr>
            <a:endParaRPr lang="fr-FR" dirty="0"/>
          </a:p>
          <a:p>
            <a:pPr>
              <a:lnSpc>
                <a:spcPct val="150000"/>
              </a:lnSpc>
            </a:pPr>
            <a:endParaRPr lang="fr-FR" b="1" dirty="0"/>
          </a:p>
        </p:txBody>
      </p:sp>
      <p:sp>
        <p:nvSpPr>
          <p:cNvPr id="2" name="Espace réservé du numéro de diapositive 1">
            <a:extLst>
              <a:ext uri="{FF2B5EF4-FFF2-40B4-BE49-F238E27FC236}">
                <a16:creationId xmlns:a16="http://schemas.microsoft.com/office/drawing/2014/main" id="{255E0015-156E-E3AA-BE60-67396CB714A2}"/>
              </a:ext>
            </a:extLst>
          </p:cNvPr>
          <p:cNvSpPr>
            <a:spLocks noGrp="1"/>
          </p:cNvSpPr>
          <p:nvPr>
            <p:ph type="sldNum" sz="quarter" idx="10"/>
          </p:nvPr>
        </p:nvSpPr>
        <p:spPr/>
        <p:txBody>
          <a:bodyPr/>
          <a:lstStyle/>
          <a:p>
            <a:fld id="{525A3C56-E491-49B2-93F3-63532DF516BC}" type="slidenum">
              <a:rPr lang="en-CA" smtClean="0"/>
              <a:t>32</a:t>
            </a:fld>
            <a:endParaRPr lang="en-CA"/>
          </a:p>
        </p:txBody>
      </p:sp>
      <p:sp>
        <p:nvSpPr>
          <p:cNvPr id="7" name="ZoneTexte 6">
            <a:extLst>
              <a:ext uri="{FF2B5EF4-FFF2-40B4-BE49-F238E27FC236}">
                <a16:creationId xmlns:a16="http://schemas.microsoft.com/office/drawing/2014/main" id="{EC646DA8-B4AE-9B73-4F30-36B0D1A26CC1}"/>
              </a:ext>
            </a:extLst>
          </p:cNvPr>
          <p:cNvSpPr txBox="1"/>
          <p:nvPr/>
        </p:nvSpPr>
        <p:spPr>
          <a:xfrm>
            <a:off x="6096000" y="1624925"/>
            <a:ext cx="5495925" cy="3411190"/>
          </a:xfrm>
          <a:prstGeom prst="rect">
            <a:avLst/>
          </a:prstGeom>
          <a:noFill/>
        </p:spPr>
        <p:txBody>
          <a:bodyPr wrap="square">
            <a:spAutoFit/>
          </a:bodyPr>
          <a:lstStyle/>
          <a:p>
            <a:pPr>
              <a:lnSpc>
                <a:spcPct val="150000"/>
              </a:lnSpc>
            </a:pPr>
            <a:r>
              <a:rPr lang="fr-FR" sz="2000" b="1" dirty="0"/>
              <a:t>WET – Write </a:t>
            </a:r>
            <a:r>
              <a:rPr lang="fr-FR" sz="2000" b="1" dirty="0" err="1"/>
              <a:t>Everything</a:t>
            </a:r>
            <a:r>
              <a:rPr lang="fr-FR" sz="2000" b="1" dirty="0"/>
              <a:t> </a:t>
            </a:r>
            <a:r>
              <a:rPr lang="fr-FR" sz="2000" b="1" dirty="0" err="1"/>
              <a:t>Twice</a:t>
            </a:r>
            <a:endParaRPr lang="fr-FR" sz="2000" b="1" dirty="0"/>
          </a:p>
          <a:p>
            <a:pPr marL="285750" indent="-285750">
              <a:lnSpc>
                <a:spcPct val="150000"/>
              </a:lnSpc>
              <a:buFont typeface="Arial" panose="020B0604020202020204" pitchFamily="34" charset="0"/>
              <a:buChar char="•"/>
            </a:pPr>
            <a:r>
              <a:rPr lang="fr-FR" dirty="0"/>
              <a:t>Anti‑pattern de DRY</a:t>
            </a:r>
          </a:p>
          <a:p>
            <a:pPr marL="285750" indent="-285750">
              <a:lnSpc>
                <a:spcPct val="150000"/>
              </a:lnSpc>
              <a:buFont typeface="Arial" panose="020B0604020202020204" pitchFamily="34" charset="0"/>
              <a:buChar char="•"/>
            </a:pPr>
            <a:r>
              <a:rPr lang="fr-FR" dirty="0"/>
              <a:t>Même logique copiée à plusieurs endroits</a:t>
            </a:r>
          </a:p>
          <a:p>
            <a:pPr>
              <a:lnSpc>
                <a:spcPct val="150000"/>
              </a:lnSpc>
            </a:pPr>
            <a:r>
              <a:rPr lang="fr-FR" b="1" dirty="0"/>
              <a:t>Risque</a:t>
            </a:r>
            <a:r>
              <a:rPr lang="fr-FR" dirty="0"/>
              <a:t> :</a:t>
            </a:r>
          </a:p>
          <a:p>
            <a:pPr marL="285750" indent="-285750">
              <a:lnSpc>
                <a:spcPct val="150000"/>
              </a:lnSpc>
              <a:buFont typeface="Arial" panose="020B0604020202020204" pitchFamily="34" charset="0"/>
              <a:buChar char="•"/>
            </a:pPr>
            <a:r>
              <a:rPr lang="fr-FR" dirty="0"/>
              <a:t>Incohérences</a:t>
            </a:r>
          </a:p>
          <a:p>
            <a:pPr marL="285750" indent="-285750">
              <a:lnSpc>
                <a:spcPct val="150000"/>
              </a:lnSpc>
              <a:buFont typeface="Arial" panose="020B0604020202020204" pitchFamily="34" charset="0"/>
              <a:buChar char="•"/>
            </a:pPr>
            <a:r>
              <a:rPr lang="fr-FR" dirty="0"/>
              <a:t>oubli de mise à jour</a:t>
            </a:r>
          </a:p>
          <a:p>
            <a:pPr marL="285750" indent="-285750">
              <a:lnSpc>
                <a:spcPct val="150000"/>
              </a:lnSpc>
              <a:buFont typeface="Arial" panose="020B0604020202020204" pitchFamily="34" charset="0"/>
              <a:buChar char="•"/>
            </a:pPr>
            <a:r>
              <a:rPr lang="fr-FR" dirty="0"/>
              <a:t>comportement imprévisible</a:t>
            </a:r>
          </a:p>
          <a:p>
            <a:pPr>
              <a:lnSpc>
                <a:spcPct val="150000"/>
              </a:lnSpc>
            </a:pPr>
            <a:r>
              <a:rPr lang="fr-FR" b="1" dirty="0"/>
              <a:t>Copier-coller = signal d’alerte !!</a:t>
            </a:r>
            <a:endParaRPr lang="fr-FR" dirty="0"/>
          </a:p>
        </p:txBody>
      </p:sp>
      <p:pic>
        <p:nvPicPr>
          <p:cNvPr id="1026" name="Picture 2" descr="7 Software Development Principles Boiled Down to Memes | by Jose Granja |  Better Programming">
            <a:extLst>
              <a:ext uri="{FF2B5EF4-FFF2-40B4-BE49-F238E27FC236}">
                <a16:creationId xmlns:a16="http://schemas.microsoft.com/office/drawing/2014/main" id="{77142378-9D72-9F21-F745-A7E5DEB07F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8951" y="5036115"/>
            <a:ext cx="3023829"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3304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CD24E-4929-6B0B-2C70-486608E9DEFF}"/>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31302EB6-BE22-1AB8-382D-077194775A98}"/>
              </a:ext>
            </a:extLst>
          </p:cNvPr>
          <p:cNvSpPr txBox="1">
            <a:spLocks/>
          </p:cNvSpPr>
          <p:nvPr/>
        </p:nvSpPr>
        <p:spPr>
          <a:xfrm>
            <a:off x="765737" y="619793"/>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a:t>SRP, KISS, YAGNI</a:t>
            </a:r>
            <a:endParaRPr lang="fr-FR" sz="3600" noProof="0" dirty="0"/>
          </a:p>
        </p:txBody>
      </p:sp>
      <p:sp>
        <p:nvSpPr>
          <p:cNvPr id="11" name="TextBox 10">
            <a:extLst>
              <a:ext uri="{FF2B5EF4-FFF2-40B4-BE49-F238E27FC236}">
                <a16:creationId xmlns:a16="http://schemas.microsoft.com/office/drawing/2014/main" id="{1F191914-662F-CFFA-2D49-0E6365332408}"/>
              </a:ext>
            </a:extLst>
          </p:cNvPr>
          <p:cNvSpPr txBox="1"/>
          <p:nvPr/>
        </p:nvSpPr>
        <p:spPr>
          <a:xfrm>
            <a:off x="855258" y="1340380"/>
            <a:ext cx="10481483" cy="535018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fr-FR" sz="2000" b="1" dirty="0"/>
              <a:t>SRP – Single </a:t>
            </a:r>
            <a:r>
              <a:rPr lang="fr-FR" sz="2000" b="1" dirty="0" err="1"/>
              <a:t>Responsibility</a:t>
            </a:r>
            <a:r>
              <a:rPr lang="fr-FR" sz="2000" b="1" dirty="0"/>
              <a:t> </a:t>
            </a:r>
            <a:r>
              <a:rPr lang="fr-FR" sz="2000" b="1" dirty="0" err="1"/>
              <a:t>Principle</a:t>
            </a:r>
            <a:endParaRPr lang="fr-FR" sz="2000" b="1" dirty="0"/>
          </a:p>
          <a:p>
            <a:pPr marL="285750" indent="-285750">
              <a:lnSpc>
                <a:spcPct val="150000"/>
              </a:lnSpc>
              <a:buFont typeface="Arial" panose="020B0604020202020204" pitchFamily="34" charset="0"/>
              <a:buChar char="•"/>
            </a:pPr>
            <a:r>
              <a:rPr lang="fr-FR" dirty="0"/>
              <a:t>Une classe / méthode doit avoir une seule responsabilité / une seule raison de changer</a:t>
            </a:r>
          </a:p>
          <a:p>
            <a:pPr>
              <a:lnSpc>
                <a:spcPct val="150000"/>
              </a:lnSpc>
            </a:pPr>
            <a:endParaRPr lang="fr-FR" dirty="0"/>
          </a:p>
          <a:p>
            <a:pPr>
              <a:lnSpc>
                <a:spcPct val="150000"/>
              </a:lnSpc>
            </a:pPr>
            <a:r>
              <a:rPr lang="fr-FR" sz="2000" b="1" dirty="0"/>
              <a:t>KISS – </a:t>
            </a:r>
            <a:r>
              <a:rPr lang="fr-FR" sz="2000" b="1" dirty="0" err="1"/>
              <a:t>Keep</a:t>
            </a:r>
            <a:r>
              <a:rPr lang="fr-FR" sz="2000" b="1" dirty="0"/>
              <a:t> It Simple, </a:t>
            </a:r>
            <a:r>
              <a:rPr lang="fr-FR" sz="2000" b="1" dirty="0" err="1"/>
              <a:t>Stupid</a:t>
            </a:r>
            <a:endParaRPr lang="fr-FR" sz="2000" b="1" dirty="0"/>
          </a:p>
          <a:p>
            <a:pPr marL="285750" indent="-285750">
              <a:lnSpc>
                <a:spcPct val="150000"/>
              </a:lnSpc>
              <a:buFont typeface="Arial" panose="020B0604020202020204" pitchFamily="34" charset="0"/>
              <a:buChar char="•"/>
            </a:pPr>
            <a:r>
              <a:rPr lang="fr-FR" dirty="0"/>
              <a:t>Privilégier solutions simples et lisibles</a:t>
            </a:r>
          </a:p>
          <a:p>
            <a:pPr marL="285750" indent="-285750">
              <a:lnSpc>
                <a:spcPct val="150000"/>
              </a:lnSpc>
              <a:buFont typeface="Arial" panose="020B0604020202020204" pitchFamily="34" charset="0"/>
              <a:buChar char="•"/>
            </a:pPr>
            <a:r>
              <a:rPr lang="fr-FR" dirty="0"/>
              <a:t>Éviter les « usines à gaz » !</a:t>
            </a:r>
          </a:p>
          <a:p>
            <a:pPr marL="285750" indent="-285750">
              <a:lnSpc>
                <a:spcPct val="150000"/>
              </a:lnSpc>
              <a:buFont typeface="Arial" panose="020B0604020202020204" pitchFamily="34" charset="0"/>
              <a:buChar char="•"/>
            </a:pPr>
            <a:endParaRPr lang="fr-FR" dirty="0"/>
          </a:p>
          <a:p>
            <a:pPr>
              <a:lnSpc>
                <a:spcPct val="150000"/>
              </a:lnSpc>
            </a:pPr>
            <a:r>
              <a:rPr lang="fr-FR" sz="2000" b="1" dirty="0"/>
              <a:t>YAGNI – You </a:t>
            </a:r>
            <a:r>
              <a:rPr lang="fr-FR" sz="2000" b="1" dirty="0" err="1"/>
              <a:t>Aren’t</a:t>
            </a:r>
            <a:r>
              <a:rPr lang="fr-FR" sz="2000" b="1" dirty="0"/>
              <a:t> </a:t>
            </a:r>
            <a:r>
              <a:rPr lang="fr-FR" sz="2000" b="1" dirty="0" err="1"/>
              <a:t>Gonna</a:t>
            </a:r>
            <a:r>
              <a:rPr lang="fr-FR" sz="2000" b="1" dirty="0"/>
              <a:t> Need It</a:t>
            </a:r>
          </a:p>
          <a:p>
            <a:pPr marL="285750" indent="-285750">
              <a:lnSpc>
                <a:spcPct val="150000"/>
              </a:lnSpc>
              <a:buFont typeface="Arial" panose="020B0604020202020204" pitchFamily="34" charset="0"/>
              <a:buChar char="•"/>
            </a:pPr>
            <a:r>
              <a:rPr lang="fr-FR" dirty="0"/>
              <a:t>Ne pas développer : </a:t>
            </a:r>
          </a:p>
          <a:p>
            <a:pPr marL="742950" lvl="1" indent="-285750">
              <a:lnSpc>
                <a:spcPct val="150000"/>
              </a:lnSpc>
              <a:buFont typeface="Arial" panose="020B0604020202020204" pitchFamily="34" charset="0"/>
              <a:buChar char="•"/>
            </a:pPr>
            <a:r>
              <a:rPr lang="fr-FR" sz="1600" dirty="0"/>
              <a:t>des cas non demandés</a:t>
            </a:r>
          </a:p>
          <a:p>
            <a:pPr marL="742950" lvl="1" indent="-285750">
              <a:lnSpc>
                <a:spcPct val="150000"/>
              </a:lnSpc>
              <a:buFont typeface="Arial" panose="020B0604020202020204" pitchFamily="34" charset="0"/>
              <a:buChar char="•"/>
            </a:pPr>
            <a:r>
              <a:rPr lang="fr-FR" sz="1600" dirty="0"/>
              <a:t>des fonctionnalités hypothétiques</a:t>
            </a:r>
          </a:p>
          <a:p>
            <a:pPr marL="285750" indent="-285750">
              <a:lnSpc>
                <a:spcPct val="150000"/>
              </a:lnSpc>
              <a:buFont typeface="Arial" panose="020B0604020202020204" pitchFamily="34" charset="0"/>
              <a:buChar char="•"/>
            </a:pPr>
            <a:r>
              <a:rPr lang="fr-FR" sz="1600" dirty="0"/>
              <a:t>On développe quand c’est nécessaire</a:t>
            </a:r>
          </a:p>
          <a:p>
            <a:pPr>
              <a:lnSpc>
                <a:spcPct val="150000"/>
              </a:lnSpc>
            </a:pPr>
            <a:endParaRPr lang="fr-FR" b="1" dirty="0"/>
          </a:p>
        </p:txBody>
      </p:sp>
      <p:sp>
        <p:nvSpPr>
          <p:cNvPr id="2" name="Espace réservé du numéro de diapositive 1">
            <a:extLst>
              <a:ext uri="{FF2B5EF4-FFF2-40B4-BE49-F238E27FC236}">
                <a16:creationId xmlns:a16="http://schemas.microsoft.com/office/drawing/2014/main" id="{E922A504-0D9D-B446-6877-94CF61BE752E}"/>
              </a:ext>
            </a:extLst>
          </p:cNvPr>
          <p:cNvSpPr>
            <a:spLocks noGrp="1"/>
          </p:cNvSpPr>
          <p:nvPr>
            <p:ph type="sldNum" sz="quarter" idx="10"/>
          </p:nvPr>
        </p:nvSpPr>
        <p:spPr/>
        <p:txBody>
          <a:bodyPr/>
          <a:lstStyle/>
          <a:p>
            <a:fld id="{525A3C56-E491-49B2-93F3-63532DF516BC}" type="slidenum">
              <a:rPr lang="en-CA" smtClean="0"/>
              <a:t>33</a:t>
            </a:fld>
            <a:endParaRPr lang="en-CA"/>
          </a:p>
        </p:txBody>
      </p:sp>
      <p:pic>
        <p:nvPicPr>
          <p:cNvPr id="4" name="Picture 8" descr="SOLID Class Design: The Single Responsibility Principle — Tom Dalling">
            <a:extLst>
              <a:ext uri="{FF2B5EF4-FFF2-40B4-BE49-F238E27FC236}">
                <a16:creationId xmlns:a16="http://schemas.microsoft.com/office/drawing/2014/main" id="{5BB38761-C58F-E3A6-37C0-8811E6A1D4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3956" y="2618806"/>
            <a:ext cx="4540744" cy="363969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Sagesse ancienne : Reste simple, idiot : r/godot">
            <a:extLst>
              <a:ext uri="{FF2B5EF4-FFF2-40B4-BE49-F238E27FC236}">
                <a16:creationId xmlns:a16="http://schemas.microsoft.com/office/drawing/2014/main" id="{D077C073-DFCE-CEFE-CF06-7C20917677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0375" y="2393061"/>
            <a:ext cx="3467100" cy="409117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YAGNI principle also applies to learning. Start studying a new technology  only when you want or need to use it, not because &quot;it may be useful in  future&quot;, otherwise: 1. You'll waste">
            <a:extLst>
              <a:ext uri="{FF2B5EF4-FFF2-40B4-BE49-F238E27FC236}">
                <a16:creationId xmlns:a16="http://schemas.microsoft.com/office/drawing/2014/main" id="{14551719-8998-368F-7AAC-A231657800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22070" y="2560948"/>
            <a:ext cx="3755405" cy="37554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83965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A2F29-6FF2-D01B-DC9D-204443667F19}"/>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8819FAD6-61DC-B572-D199-BA08441EDE9D}"/>
              </a:ext>
            </a:extLst>
          </p:cNvPr>
          <p:cNvSpPr>
            <a:spLocks noGrp="1"/>
          </p:cNvSpPr>
          <p:nvPr>
            <p:ph type="title"/>
          </p:nvPr>
        </p:nvSpPr>
        <p:spPr>
          <a:xfrm>
            <a:off x="748799" y="635964"/>
            <a:ext cx="8587706" cy="2226506"/>
          </a:xfrm>
        </p:spPr>
        <p:txBody>
          <a:bodyPr/>
          <a:lstStyle/>
          <a:p>
            <a:r>
              <a:rPr lang="fr-FR" noProof="0" dirty="0"/>
              <a:t>Introduction aux tests logiciels</a:t>
            </a:r>
          </a:p>
        </p:txBody>
      </p:sp>
      <p:sp>
        <p:nvSpPr>
          <p:cNvPr id="2" name="Espace réservé du numéro de diapositive 1">
            <a:extLst>
              <a:ext uri="{FF2B5EF4-FFF2-40B4-BE49-F238E27FC236}">
                <a16:creationId xmlns:a16="http://schemas.microsoft.com/office/drawing/2014/main" id="{9E0B466A-4770-920B-3F78-8B55F1CF4561}"/>
              </a:ext>
            </a:extLst>
          </p:cNvPr>
          <p:cNvSpPr>
            <a:spLocks noGrp="1"/>
          </p:cNvSpPr>
          <p:nvPr>
            <p:ph type="sldNum" sz="quarter" idx="4"/>
          </p:nvPr>
        </p:nvSpPr>
        <p:spPr/>
        <p:txBody>
          <a:bodyPr/>
          <a:lstStyle/>
          <a:p>
            <a:fld id="{525A3C56-E491-49B2-93F3-63532DF516BC}" type="slidenum">
              <a:rPr lang="en-CA" smtClean="0"/>
              <a:t>34</a:t>
            </a:fld>
            <a:endParaRPr lang="en-CA"/>
          </a:p>
        </p:txBody>
      </p:sp>
    </p:spTree>
    <p:extLst>
      <p:ext uri="{BB962C8B-B14F-4D97-AF65-F5344CB8AC3E}">
        <p14:creationId xmlns:p14="http://schemas.microsoft.com/office/powerpoint/2010/main" val="139381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DFBEE-61AD-4F52-B62D-5D617144BDE5}"/>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B0FF1CA5-CF02-3F8A-1BDA-7DEA8C4F4875}"/>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a:t>Tests logiciels - Généralités</a:t>
            </a:r>
            <a:endParaRPr lang="fr-FR" sz="3600" noProof="0" dirty="0"/>
          </a:p>
        </p:txBody>
      </p:sp>
      <p:sp>
        <p:nvSpPr>
          <p:cNvPr id="2" name="Espace réservé du numéro de diapositive 1">
            <a:extLst>
              <a:ext uri="{FF2B5EF4-FFF2-40B4-BE49-F238E27FC236}">
                <a16:creationId xmlns:a16="http://schemas.microsoft.com/office/drawing/2014/main" id="{F17FD9FC-5DDE-CA30-C3E9-66B7182C9632}"/>
              </a:ext>
            </a:extLst>
          </p:cNvPr>
          <p:cNvSpPr>
            <a:spLocks noGrp="1"/>
          </p:cNvSpPr>
          <p:nvPr>
            <p:ph type="sldNum" sz="quarter" idx="10"/>
          </p:nvPr>
        </p:nvSpPr>
        <p:spPr/>
        <p:txBody>
          <a:bodyPr/>
          <a:lstStyle/>
          <a:p>
            <a:fld id="{525A3C56-E491-49B2-93F3-63532DF516BC}" type="slidenum">
              <a:rPr lang="en-CA" smtClean="0"/>
              <a:t>35</a:t>
            </a:fld>
            <a:endParaRPr lang="en-CA"/>
          </a:p>
        </p:txBody>
      </p:sp>
      <p:sp>
        <p:nvSpPr>
          <p:cNvPr id="3" name="Google Shape;701;p40">
            <a:extLst>
              <a:ext uri="{FF2B5EF4-FFF2-40B4-BE49-F238E27FC236}">
                <a16:creationId xmlns:a16="http://schemas.microsoft.com/office/drawing/2014/main" id="{804E1E4B-0578-8904-8EF2-2438205B9F90}"/>
              </a:ext>
            </a:extLst>
          </p:cNvPr>
          <p:cNvSpPr txBox="1"/>
          <p:nvPr/>
        </p:nvSpPr>
        <p:spPr>
          <a:xfrm>
            <a:off x="3562950" y="3962499"/>
            <a:ext cx="4647000" cy="55396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fr" sz="2400" b="1" dirty="0">
                <a:latin typeface="Nunito"/>
                <a:ea typeface="Nunito"/>
                <a:cs typeface="Nunito"/>
                <a:sym typeface="Nunito"/>
              </a:rPr>
              <a:t>Qu’est-ce qu’un bug ?</a:t>
            </a:r>
            <a:endParaRPr sz="2400" b="1" dirty="0">
              <a:latin typeface="Nunito"/>
              <a:ea typeface="Nunito"/>
              <a:cs typeface="Nunito"/>
              <a:sym typeface="Nunito"/>
            </a:endParaRPr>
          </a:p>
        </p:txBody>
      </p:sp>
      <p:sp>
        <p:nvSpPr>
          <p:cNvPr id="4" name="Google Shape;702;p40">
            <a:extLst>
              <a:ext uri="{FF2B5EF4-FFF2-40B4-BE49-F238E27FC236}">
                <a16:creationId xmlns:a16="http://schemas.microsoft.com/office/drawing/2014/main" id="{8653404A-241A-F93C-13A6-B1923E712378}"/>
              </a:ext>
            </a:extLst>
          </p:cNvPr>
          <p:cNvSpPr txBox="1"/>
          <p:nvPr/>
        </p:nvSpPr>
        <p:spPr>
          <a:xfrm>
            <a:off x="3562950" y="2387406"/>
            <a:ext cx="4647000" cy="55396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fr" sz="2400" b="1" dirty="0">
                <a:latin typeface="Nunito"/>
                <a:ea typeface="Nunito"/>
                <a:cs typeface="Nunito"/>
                <a:sym typeface="Nunito"/>
              </a:rPr>
              <a:t>Lutter contre les bugs</a:t>
            </a:r>
            <a:endParaRPr sz="2400" b="1" dirty="0">
              <a:latin typeface="Nunito"/>
              <a:ea typeface="Nunito"/>
              <a:cs typeface="Nunito"/>
              <a:sym typeface="Nunito"/>
            </a:endParaRPr>
          </a:p>
        </p:txBody>
      </p:sp>
      <p:pic>
        <p:nvPicPr>
          <p:cNvPr id="5" name="Google Shape;703;p40">
            <a:extLst>
              <a:ext uri="{FF2B5EF4-FFF2-40B4-BE49-F238E27FC236}">
                <a16:creationId xmlns:a16="http://schemas.microsoft.com/office/drawing/2014/main" id="{F135A357-1FC2-F527-30E9-F92B1A659CBC}"/>
              </a:ext>
            </a:extLst>
          </p:cNvPr>
          <p:cNvPicPr preferRelativeResize="0"/>
          <p:nvPr/>
        </p:nvPicPr>
        <p:blipFill>
          <a:blip r:embed="rId3">
            <a:alphaModFix/>
          </a:blip>
          <a:stretch>
            <a:fillRect/>
          </a:stretch>
        </p:blipFill>
        <p:spPr>
          <a:xfrm>
            <a:off x="5334111" y="3226514"/>
            <a:ext cx="824534" cy="735985"/>
          </a:xfrm>
          <a:prstGeom prst="rect">
            <a:avLst/>
          </a:prstGeom>
          <a:noFill/>
          <a:ln>
            <a:noFill/>
          </a:ln>
        </p:spPr>
      </p:pic>
      <p:sp>
        <p:nvSpPr>
          <p:cNvPr id="6" name="Google Shape;704;p40">
            <a:extLst>
              <a:ext uri="{FF2B5EF4-FFF2-40B4-BE49-F238E27FC236}">
                <a16:creationId xmlns:a16="http://schemas.microsoft.com/office/drawing/2014/main" id="{ADEC2D5B-E306-0EEB-A6EA-D4DC7798E47D}"/>
              </a:ext>
            </a:extLst>
          </p:cNvPr>
          <p:cNvSpPr txBox="1"/>
          <p:nvPr/>
        </p:nvSpPr>
        <p:spPr>
          <a:xfrm>
            <a:off x="3562950" y="1783025"/>
            <a:ext cx="4647000" cy="61552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fr" sz="2800" b="1" dirty="0">
                <a:latin typeface="Nunito"/>
                <a:ea typeface="Nunito"/>
                <a:cs typeface="Nunito"/>
                <a:sym typeface="Nunito"/>
              </a:rPr>
              <a:t>Pourquoi</a:t>
            </a:r>
            <a:r>
              <a:rPr lang="fr" sz="2400" b="1" dirty="0">
                <a:latin typeface="Nunito"/>
                <a:ea typeface="Nunito"/>
                <a:cs typeface="Nunito"/>
                <a:sym typeface="Nunito"/>
              </a:rPr>
              <a:t> tester ?</a:t>
            </a:r>
            <a:endParaRPr sz="2400" b="1" dirty="0">
              <a:latin typeface="Nunito"/>
              <a:ea typeface="Nunito"/>
              <a:cs typeface="Nunito"/>
              <a:sym typeface="Nunito"/>
            </a:endParaRPr>
          </a:p>
        </p:txBody>
      </p:sp>
      <p:pic>
        <p:nvPicPr>
          <p:cNvPr id="7" name="Google Shape;706;p40">
            <a:extLst>
              <a:ext uri="{FF2B5EF4-FFF2-40B4-BE49-F238E27FC236}">
                <a16:creationId xmlns:a16="http://schemas.microsoft.com/office/drawing/2014/main" id="{E6CFF98C-BCF8-0033-5667-EF5AE49F91AC}"/>
              </a:ext>
            </a:extLst>
          </p:cNvPr>
          <p:cNvPicPr preferRelativeResize="0"/>
          <p:nvPr/>
        </p:nvPicPr>
        <p:blipFill>
          <a:blip r:embed="rId4">
            <a:alphaModFix/>
          </a:blip>
          <a:stretch>
            <a:fillRect/>
          </a:stretch>
        </p:blipFill>
        <p:spPr>
          <a:xfrm>
            <a:off x="3181950" y="4976325"/>
            <a:ext cx="969051" cy="845000"/>
          </a:xfrm>
          <a:prstGeom prst="rect">
            <a:avLst/>
          </a:prstGeom>
          <a:noFill/>
          <a:ln>
            <a:noFill/>
          </a:ln>
        </p:spPr>
      </p:pic>
      <p:pic>
        <p:nvPicPr>
          <p:cNvPr id="8" name="Google Shape;707;p40">
            <a:extLst>
              <a:ext uri="{FF2B5EF4-FFF2-40B4-BE49-F238E27FC236}">
                <a16:creationId xmlns:a16="http://schemas.microsoft.com/office/drawing/2014/main" id="{87314EA0-C248-DB14-1A1F-E35313CF17AB}"/>
              </a:ext>
            </a:extLst>
          </p:cNvPr>
          <p:cNvPicPr preferRelativeResize="0"/>
          <p:nvPr/>
        </p:nvPicPr>
        <p:blipFill>
          <a:blip r:embed="rId5">
            <a:alphaModFix/>
          </a:blip>
          <a:stretch>
            <a:fillRect/>
          </a:stretch>
        </p:blipFill>
        <p:spPr>
          <a:xfrm>
            <a:off x="7962900" y="4976325"/>
            <a:ext cx="969051" cy="845000"/>
          </a:xfrm>
          <a:prstGeom prst="rect">
            <a:avLst/>
          </a:prstGeom>
          <a:noFill/>
          <a:ln>
            <a:noFill/>
          </a:ln>
        </p:spPr>
      </p:pic>
      <p:pic>
        <p:nvPicPr>
          <p:cNvPr id="9" name="Google Shape;708;p40">
            <a:extLst>
              <a:ext uri="{FF2B5EF4-FFF2-40B4-BE49-F238E27FC236}">
                <a16:creationId xmlns:a16="http://schemas.microsoft.com/office/drawing/2014/main" id="{52F22EE6-7AFC-1AF3-8B26-3A29815E97D8}"/>
              </a:ext>
            </a:extLst>
          </p:cNvPr>
          <p:cNvPicPr preferRelativeResize="0"/>
          <p:nvPr/>
        </p:nvPicPr>
        <p:blipFill rotWithShape="1">
          <a:blip r:embed="rId6">
            <a:alphaModFix/>
          </a:blip>
          <a:srcRect l="5782" t="6688" r="6752" b="6340"/>
          <a:stretch/>
        </p:blipFill>
        <p:spPr>
          <a:xfrm>
            <a:off x="6372695" y="4976325"/>
            <a:ext cx="974634" cy="845000"/>
          </a:xfrm>
          <a:prstGeom prst="rect">
            <a:avLst/>
          </a:prstGeom>
          <a:noFill/>
          <a:ln>
            <a:noFill/>
          </a:ln>
        </p:spPr>
      </p:pic>
      <p:pic>
        <p:nvPicPr>
          <p:cNvPr id="10" name="Google Shape;709;p40">
            <a:extLst>
              <a:ext uri="{FF2B5EF4-FFF2-40B4-BE49-F238E27FC236}">
                <a16:creationId xmlns:a16="http://schemas.microsoft.com/office/drawing/2014/main" id="{9BD7A9D2-36CE-BCC3-6F94-B57D2164BC20}"/>
              </a:ext>
            </a:extLst>
          </p:cNvPr>
          <p:cNvPicPr preferRelativeResize="0"/>
          <p:nvPr/>
        </p:nvPicPr>
        <p:blipFill>
          <a:blip r:embed="rId7">
            <a:alphaModFix/>
          </a:blip>
          <a:stretch>
            <a:fillRect/>
          </a:stretch>
        </p:blipFill>
        <p:spPr>
          <a:xfrm>
            <a:off x="4777327" y="4976326"/>
            <a:ext cx="969051" cy="845000"/>
          </a:xfrm>
          <a:prstGeom prst="rect">
            <a:avLst/>
          </a:prstGeom>
          <a:noFill/>
          <a:ln>
            <a:noFill/>
          </a:ln>
        </p:spPr>
      </p:pic>
    </p:spTree>
    <p:extLst>
      <p:ext uri="{BB962C8B-B14F-4D97-AF65-F5344CB8AC3E}">
        <p14:creationId xmlns:p14="http://schemas.microsoft.com/office/powerpoint/2010/main" val="1030320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6F3F3-AF88-0555-57F5-0020334D050A}"/>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FB3C57F9-4D2F-D120-36A5-896A526377D3}"/>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a:t>Tests logiciels - Généralités</a:t>
            </a:r>
            <a:endParaRPr lang="fr-FR" sz="3600" noProof="0" dirty="0"/>
          </a:p>
        </p:txBody>
      </p:sp>
      <p:sp>
        <p:nvSpPr>
          <p:cNvPr id="2" name="Espace réservé du numéro de diapositive 1">
            <a:extLst>
              <a:ext uri="{FF2B5EF4-FFF2-40B4-BE49-F238E27FC236}">
                <a16:creationId xmlns:a16="http://schemas.microsoft.com/office/drawing/2014/main" id="{651D75ED-38D9-4D05-76E0-5F040B95B6AA}"/>
              </a:ext>
            </a:extLst>
          </p:cNvPr>
          <p:cNvSpPr>
            <a:spLocks noGrp="1"/>
          </p:cNvSpPr>
          <p:nvPr>
            <p:ph type="sldNum" sz="quarter" idx="10"/>
          </p:nvPr>
        </p:nvSpPr>
        <p:spPr/>
        <p:txBody>
          <a:bodyPr/>
          <a:lstStyle/>
          <a:p>
            <a:fld id="{525A3C56-E491-49B2-93F3-63532DF516BC}" type="slidenum">
              <a:rPr lang="en-CA" smtClean="0"/>
              <a:t>36</a:t>
            </a:fld>
            <a:endParaRPr lang="en-CA"/>
          </a:p>
        </p:txBody>
      </p:sp>
      <p:pic>
        <p:nvPicPr>
          <p:cNvPr id="11" name="Google Shape;741;p44">
            <a:extLst>
              <a:ext uri="{FF2B5EF4-FFF2-40B4-BE49-F238E27FC236}">
                <a16:creationId xmlns:a16="http://schemas.microsoft.com/office/drawing/2014/main" id="{C67CA578-651B-7E52-CEE4-7CB94D4714CE}"/>
              </a:ext>
            </a:extLst>
          </p:cNvPr>
          <p:cNvPicPr preferRelativeResize="0"/>
          <p:nvPr/>
        </p:nvPicPr>
        <p:blipFill rotWithShape="1">
          <a:blip r:embed="rId3">
            <a:alphaModFix/>
          </a:blip>
          <a:srcRect l="11716" r="11861"/>
          <a:stretch/>
        </p:blipFill>
        <p:spPr>
          <a:xfrm>
            <a:off x="5021708" y="2867689"/>
            <a:ext cx="1482169" cy="1743272"/>
          </a:xfrm>
          <a:prstGeom prst="rect">
            <a:avLst/>
          </a:prstGeom>
          <a:noFill/>
          <a:ln>
            <a:noFill/>
          </a:ln>
        </p:spPr>
      </p:pic>
      <p:pic>
        <p:nvPicPr>
          <p:cNvPr id="12" name="Google Shape;742;p44">
            <a:extLst>
              <a:ext uri="{FF2B5EF4-FFF2-40B4-BE49-F238E27FC236}">
                <a16:creationId xmlns:a16="http://schemas.microsoft.com/office/drawing/2014/main" id="{EEF3D9A7-9A83-F95D-36B6-0DCDFF07456C}"/>
              </a:ext>
            </a:extLst>
          </p:cNvPr>
          <p:cNvPicPr preferRelativeResize="0"/>
          <p:nvPr/>
        </p:nvPicPr>
        <p:blipFill>
          <a:blip r:embed="rId4">
            <a:alphaModFix/>
          </a:blip>
          <a:stretch>
            <a:fillRect/>
          </a:stretch>
        </p:blipFill>
        <p:spPr>
          <a:xfrm>
            <a:off x="2215855" y="3216930"/>
            <a:ext cx="1550884" cy="1394031"/>
          </a:xfrm>
          <a:prstGeom prst="rect">
            <a:avLst/>
          </a:prstGeom>
          <a:noFill/>
          <a:ln>
            <a:noFill/>
          </a:ln>
        </p:spPr>
      </p:pic>
      <p:pic>
        <p:nvPicPr>
          <p:cNvPr id="13" name="Google Shape;743;p44">
            <a:extLst>
              <a:ext uri="{FF2B5EF4-FFF2-40B4-BE49-F238E27FC236}">
                <a16:creationId xmlns:a16="http://schemas.microsoft.com/office/drawing/2014/main" id="{8B312EE2-6D08-BBB1-E48D-FCE7D8C46D9C}"/>
              </a:ext>
            </a:extLst>
          </p:cNvPr>
          <p:cNvPicPr preferRelativeResize="0"/>
          <p:nvPr/>
        </p:nvPicPr>
        <p:blipFill rotWithShape="1">
          <a:blip r:embed="rId5">
            <a:alphaModFix/>
          </a:blip>
          <a:srcRect l="14205" t="8385" r="15193" b="14192"/>
          <a:stretch/>
        </p:blipFill>
        <p:spPr>
          <a:xfrm>
            <a:off x="7906395" y="2746816"/>
            <a:ext cx="1883400" cy="1985018"/>
          </a:xfrm>
          <a:prstGeom prst="rect">
            <a:avLst/>
          </a:prstGeom>
          <a:noFill/>
          <a:ln>
            <a:noFill/>
          </a:ln>
        </p:spPr>
      </p:pic>
      <p:sp>
        <p:nvSpPr>
          <p:cNvPr id="17" name="TextBox 10">
            <a:extLst>
              <a:ext uri="{FF2B5EF4-FFF2-40B4-BE49-F238E27FC236}">
                <a16:creationId xmlns:a16="http://schemas.microsoft.com/office/drawing/2014/main" id="{02877643-110E-25BB-471B-55AE806EB8D8}"/>
              </a:ext>
            </a:extLst>
          </p:cNvPr>
          <p:cNvSpPr txBox="1"/>
          <p:nvPr/>
        </p:nvSpPr>
        <p:spPr>
          <a:xfrm>
            <a:off x="855258" y="1340380"/>
            <a:ext cx="10481483" cy="40466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fr-FR" sz="2000" b="1" dirty="0"/>
              <a:t>Coûts des bugs</a:t>
            </a:r>
            <a:endParaRPr lang="fr-FR" b="1" dirty="0"/>
          </a:p>
        </p:txBody>
      </p:sp>
    </p:spTree>
    <p:extLst>
      <p:ext uri="{BB962C8B-B14F-4D97-AF65-F5344CB8AC3E}">
        <p14:creationId xmlns:p14="http://schemas.microsoft.com/office/powerpoint/2010/main" val="19071448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59169-B42A-C937-E5C9-D8422B0FC5DE}"/>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48E430EB-56E2-1D1D-3CC3-4A1C1C56215D}"/>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a:t>Tests logiciels - Généralités</a:t>
            </a:r>
            <a:endParaRPr lang="fr-FR" sz="3600" noProof="0" dirty="0"/>
          </a:p>
        </p:txBody>
      </p:sp>
      <p:sp>
        <p:nvSpPr>
          <p:cNvPr id="2" name="Espace réservé du numéro de diapositive 1">
            <a:extLst>
              <a:ext uri="{FF2B5EF4-FFF2-40B4-BE49-F238E27FC236}">
                <a16:creationId xmlns:a16="http://schemas.microsoft.com/office/drawing/2014/main" id="{0253AC13-CBB0-3B25-E290-489376C11CB2}"/>
              </a:ext>
            </a:extLst>
          </p:cNvPr>
          <p:cNvSpPr>
            <a:spLocks noGrp="1"/>
          </p:cNvSpPr>
          <p:nvPr>
            <p:ph type="sldNum" sz="quarter" idx="10"/>
          </p:nvPr>
        </p:nvSpPr>
        <p:spPr/>
        <p:txBody>
          <a:bodyPr/>
          <a:lstStyle/>
          <a:p>
            <a:fld id="{525A3C56-E491-49B2-93F3-63532DF516BC}" type="slidenum">
              <a:rPr lang="en-CA" smtClean="0"/>
              <a:t>37</a:t>
            </a:fld>
            <a:endParaRPr lang="en-CA"/>
          </a:p>
        </p:txBody>
      </p:sp>
      <p:pic>
        <p:nvPicPr>
          <p:cNvPr id="3074" name="Picture 2">
            <a:extLst>
              <a:ext uri="{FF2B5EF4-FFF2-40B4-BE49-F238E27FC236}">
                <a16:creationId xmlns:a16="http://schemas.microsoft.com/office/drawing/2014/main" id="{CAC07695-7995-E534-DABC-7F33BBAF9F4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0235" b="20750"/>
          <a:stretch>
            <a:fillRect/>
          </a:stretch>
        </p:blipFill>
        <p:spPr bwMode="auto">
          <a:xfrm>
            <a:off x="2414615" y="2014165"/>
            <a:ext cx="7378681" cy="398102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10">
            <a:extLst>
              <a:ext uri="{FF2B5EF4-FFF2-40B4-BE49-F238E27FC236}">
                <a16:creationId xmlns:a16="http://schemas.microsoft.com/office/drawing/2014/main" id="{7E6B39B5-947D-C988-7559-0D371BC156EB}"/>
              </a:ext>
            </a:extLst>
          </p:cNvPr>
          <p:cNvSpPr txBox="1"/>
          <p:nvPr/>
        </p:nvSpPr>
        <p:spPr>
          <a:xfrm>
            <a:off x="855258" y="1340380"/>
            <a:ext cx="10481483" cy="40466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fr-FR" sz="2000" b="1" dirty="0"/>
              <a:t>Coûts des bugs</a:t>
            </a:r>
            <a:endParaRPr lang="fr-FR" b="1" dirty="0"/>
          </a:p>
        </p:txBody>
      </p:sp>
    </p:spTree>
    <p:extLst>
      <p:ext uri="{BB962C8B-B14F-4D97-AF65-F5344CB8AC3E}">
        <p14:creationId xmlns:p14="http://schemas.microsoft.com/office/powerpoint/2010/main" val="9713105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C8503-9329-45AF-46B1-5662D39C4D07}"/>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EEA5807F-7C48-18CA-8DEA-CA08A8A38B86}"/>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a:t>Tests logiciels - Généralités</a:t>
            </a:r>
            <a:endParaRPr lang="fr-FR" sz="3600" noProof="0" dirty="0"/>
          </a:p>
        </p:txBody>
      </p:sp>
      <p:sp>
        <p:nvSpPr>
          <p:cNvPr id="2" name="Espace réservé du numéro de diapositive 1">
            <a:extLst>
              <a:ext uri="{FF2B5EF4-FFF2-40B4-BE49-F238E27FC236}">
                <a16:creationId xmlns:a16="http://schemas.microsoft.com/office/drawing/2014/main" id="{E919574B-070C-B986-970D-913C31124192}"/>
              </a:ext>
            </a:extLst>
          </p:cNvPr>
          <p:cNvSpPr>
            <a:spLocks noGrp="1"/>
          </p:cNvSpPr>
          <p:nvPr>
            <p:ph type="sldNum" sz="quarter" idx="10"/>
          </p:nvPr>
        </p:nvSpPr>
        <p:spPr/>
        <p:txBody>
          <a:bodyPr/>
          <a:lstStyle/>
          <a:p>
            <a:fld id="{525A3C56-E491-49B2-93F3-63532DF516BC}" type="slidenum">
              <a:rPr lang="en-CA" smtClean="0"/>
              <a:t>38</a:t>
            </a:fld>
            <a:endParaRPr lang="en-CA"/>
          </a:p>
        </p:txBody>
      </p:sp>
      <p:sp>
        <p:nvSpPr>
          <p:cNvPr id="10" name="TextBox 10">
            <a:extLst>
              <a:ext uri="{FF2B5EF4-FFF2-40B4-BE49-F238E27FC236}">
                <a16:creationId xmlns:a16="http://schemas.microsoft.com/office/drawing/2014/main" id="{861987AD-E976-9E81-EDC3-DBF715725244}"/>
              </a:ext>
            </a:extLst>
          </p:cNvPr>
          <p:cNvSpPr txBox="1"/>
          <p:nvPr/>
        </p:nvSpPr>
        <p:spPr>
          <a:xfrm>
            <a:off x="863214" y="1664398"/>
            <a:ext cx="10481483" cy="414985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fr-FR" sz="2000" b="1" dirty="0"/>
              <a:t>C’est quoi tester ? </a:t>
            </a:r>
          </a:p>
          <a:p>
            <a:pPr marL="285750" indent="-285750">
              <a:lnSpc>
                <a:spcPct val="150000"/>
              </a:lnSpc>
              <a:buFont typeface="Arial" panose="020B0604020202020204" pitchFamily="34" charset="0"/>
              <a:buChar char="•"/>
            </a:pPr>
            <a:r>
              <a:rPr lang="fr-FR" dirty="0"/>
              <a:t>Vérifier que le code fonctionne</a:t>
            </a:r>
          </a:p>
          <a:p>
            <a:pPr marL="285750" indent="-285750">
              <a:lnSpc>
                <a:spcPct val="150000"/>
              </a:lnSpc>
              <a:buFont typeface="Arial" panose="020B0604020202020204" pitchFamily="34" charset="0"/>
              <a:buChar char="•"/>
            </a:pPr>
            <a:r>
              <a:rPr lang="fr-FR" dirty="0"/>
              <a:t>Éviter les </a:t>
            </a:r>
            <a:r>
              <a:rPr lang="fr-FR" b="1" dirty="0"/>
              <a:t>régressions *</a:t>
            </a:r>
          </a:p>
          <a:p>
            <a:pPr marL="285750" indent="-285750">
              <a:lnSpc>
                <a:spcPct val="150000"/>
              </a:lnSpc>
              <a:buFont typeface="Arial" panose="020B0604020202020204" pitchFamily="34" charset="0"/>
              <a:buChar char="•"/>
            </a:pPr>
            <a:r>
              <a:rPr lang="fr-FR" dirty="0"/>
              <a:t>Documenter le comportement du code</a:t>
            </a:r>
          </a:p>
          <a:p>
            <a:pPr marL="285750" indent="-285750">
              <a:lnSpc>
                <a:spcPct val="150000"/>
              </a:lnSpc>
              <a:buFont typeface="Arial" panose="020B0604020202020204" pitchFamily="34" charset="0"/>
              <a:buChar char="•"/>
            </a:pPr>
            <a:endParaRPr lang="fr-FR" sz="1400" dirty="0"/>
          </a:p>
          <a:p>
            <a:pPr>
              <a:lnSpc>
                <a:spcPct val="150000"/>
              </a:lnSpc>
            </a:pPr>
            <a:r>
              <a:rPr lang="fr-FR" sz="2000" b="1" dirty="0"/>
              <a:t>Les tests </a:t>
            </a:r>
          </a:p>
          <a:p>
            <a:pPr marL="342900" indent="-342900">
              <a:lnSpc>
                <a:spcPct val="150000"/>
              </a:lnSpc>
              <a:buFont typeface="Arial" panose="020B0604020202020204" pitchFamily="34" charset="0"/>
              <a:buChar char="•"/>
            </a:pPr>
            <a:r>
              <a:rPr lang="fr-FR" sz="2000" dirty="0"/>
              <a:t>sécurisent le </a:t>
            </a:r>
            <a:r>
              <a:rPr lang="fr-FR" sz="2000" b="1" dirty="0" err="1"/>
              <a:t>refactoring</a:t>
            </a:r>
            <a:r>
              <a:rPr lang="fr-FR" sz="2000" b="1" dirty="0"/>
              <a:t> *</a:t>
            </a:r>
          </a:p>
          <a:p>
            <a:pPr marL="285750" indent="-285750">
              <a:lnSpc>
                <a:spcPct val="150000"/>
              </a:lnSpc>
              <a:buFont typeface="Arial" panose="020B0604020202020204" pitchFamily="34" charset="0"/>
              <a:buChar char="•"/>
            </a:pPr>
            <a:r>
              <a:rPr lang="fr-FR" dirty="0"/>
              <a:t>facilitent la maintenance</a:t>
            </a:r>
          </a:p>
          <a:p>
            <a:pPr marL="285750" indent="-285750">
              <a:lnSpc>
                <a:spcPct val="150000"/>
              </a:lnSpc>
              <a:buFont typeface="Arial" panose="020B0604020202020204" pitchFamily="34" charset="0"/>
              <a:buChar char="•"/>
            </a:pPr>
            <a:r>
              <a:rPr lang="fr-FR" dirty="0"/>
              <a:t>font gagner du temps à long terme (peuvent en faire perdre sur le court terme)</a:t>
            </a:r>
          </a:p>
          <a:p>
            <a:pPr>
              <a:lnSpc>
                <a:spcPct val="150000"/>
              </a:lnSpc>
            </a:pPr>
            <a:endParaRPr lang="fr-FR" b="1" dirty="0"/>
          </a:p>
        </p:txBody>
      </p:sp>
    </p:spTree>
    <p:extLst>
      <p:ext uri="{BB962C8B-B14F-4D97-AF65-F5344CB8AC3E}">
        <p14:creationId xmlns:p14="http://schemas.microsoft.com/office/powerpoint/2010/main" val="30945937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832CB-15D3-3839-8664-CBBE4D03C421}"/>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B014873D-AD56-0531-4494-1144ADACE045}"/>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a:t>Tests logiciels – Niveaux de tests</a:t>
            </a:r>
            <a:endParaRPr lang="fr-FR" sz="3600" noProof="0" dirty="0"/>
          </a:p>
        </p:txBody>
      </p:sp>
      <p:sp>
        <p:nvSpPr>
          <p:cNvPr id="2" name="Espace réservé du numéro de diapositive 1">
            <a:extLst>
              <a:ext uri="{FF2B5EF4-FFF2-40B4-BE49-F238E27FC236}">
                <a16:creationId xmlns:a16="http://schemas.microsoft.com/office/drawing/2014/main" id="{CD7E6B32-DC0F-D687-13E5-A038FDB028EB}"/>
              </a:ext>
            </a:extLst>
          </p:cNvPr>
          <p:cNvSpPr>
            <a:spLocks noGrp="1"/>
          </p:cNvSpPr>
          <p:nvPr>
            <p:ph type="sldNum" sz="quarter" idx="10"/>
          </p:nvPr>
        </p:nvSpPr>
        <p:spPr/>
        <p:txBody>
          <a:bodyPr/>
          <a:lstStyle/>
          <a:p>
            <a:fld id="{525A3C56-E491-49B2-93F3-63532DF516BC}" type="slidenum">
              <a:rPr lang="en-CA" smtClean="0"/>
              <a:t>39</a:t>
            </a:fld>
            <a:endParaRPr lang="en-CA"/>
          </a:p>
        </p:txBody>
      </p:sp>
      <p:sp>
        <p:nvSpPr>
          <p:cNvPr id="3" name="TextBox 10">
            <a:extLst>
              <a:ext uri="{FF2B5EF4-FFF2-40B4-BE49-F238E27FC236}">
                <a16:creationId xmlns:a16="http://schemas.microsoft.com/office/drawing/2014/main" id="{299F6200-CDE9-5199-1A4E-32DB3A788CFB}"/>
              </a:ext>
            </a:extLst>
          </p:cNvPr>
          <p:cNvSpPr txBox="1"/>
          <p:nvPr/>
        </p:nvSpPr>
        <p:spPr>
          <a:xfrm>
            <a:off x="855258" y="1340380"/>
            <a:ext cx="10481483" cy="40466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fr-FR" sz="2000" b="1" dirty="0"/>
              <a:t>Pyramide des tests</a:t>
            </a:r>
            <a:endParaRPr lang="fr-FR" b="1" dirty="0"/>
          </a:p>
        </p:txBody>
      </p:sp>
      <p:pic>
        <p:nvPicPr>
          <p:cNvPr id="24" name="Google Shape;770;p46">
            <a:extLst>
              <a:ext uri="{FF2B5EF4-FFF2-40B4-BE49-F238E27FC236}">
                <a16:creationId xmlns:a16="http://schemas.microsoft.com/office/drawing/2014/main" id="{7EA39E5B-72D8-DE0D-3E4C-C89E718956E6}"/>
              </a:ext>
            </a:extLst>
          </p:cNvPr>
          <p:cNvPicPr preferRelativeResize="0"/>
          <p:nvPr/>
        </p:nvPicPr>
        <p:blipFill>
          <a:blip r:embed="rId3">
            <a:alphaModFix/>
          </a:blip>
          <a:stretch>
            <a:fillRect/>
          </a:stretch>
        </p:blipFill>
        <p:spPr>
          <a:xfrm>
            <a:off x="8192963" y="3362178"/>
            <a:ext cx="762000" cy="781583"/>
          </a:xfrm>
          <a:prstGeom prst="rect">
            <a:avLst/>
          </a:prstGeom>
          <a:noFill/>
          <a:ln>
            <a:noFill/>
          </a:ln>
        </p:spPr>
      </p:pic>
      <p:pic>
        <p:nvPicPr>
          <p:cNvPr id="25" name="Google Shape;771;p46">
            <a:extLst>
              <a:ext uri="{FF2B5EF4-FFF2-40B4-BE49-F238E27FC236}">
                <a16:creationId xmlns:a16="http://schemas.microsoft.com/office/drawing/2014/main" id="{9DCEEEE1-121E-C031-E4B5-201200FAFA95}"/>
              </a:ext>
            </a:extLst>
          </p:cNvPr>
          <p:cNvPicPr preferRelativeResize="0"/>
          <p:nvPr/>
        </p:nvPicPr>
        <p:blipFill>
          <a:blip r:embed="rId4">
            <a:alphaModFix/>
          </a:blip>
          <a:stretch>
            <a:fillRect/>
          </a:stretch>
        </p:blipFill>
        <p:spPr>
          <a:xfrm>
            <a:off x="8996115" y="4582329"/>
            <a:ext cx="695921" cy="775632"/>
          </a:xfrm>
          <a:prstGeom prst="rect">
            <a:avLst/>
          </a:prstGeom>
          <a:noFill/>
          <a:ln>
            <a:noFill/>
          </a:ln>
        </p:spPr>
      </p:pic>
      <p:pic>
        <p:nvPicPr>
          <p:cNvPr id="26" name="Google Shape;772;p46">
            <a:extLst>
              <a:ext uri="{FF2B5EF4-FFF2-40B4-BE49-F238E27FC236}">
                <a16:creationId xmlns:a16="http://schemas.microsoft.com/office/drawing/2014/main" id="{1B066D74-96E9-66FD-A0AC-DFD4D17516E9}"/>
              </a:ext>
            </a:extLst>
          </p:cNvPr>
          <p:cNvPicPr preferRelativeResize="0"/>
          <p:nvPr/>
        </p:nvPicPr>
        <p:blipFill>
          <a:blip r:embed="rId5">
            <a:alphaModFix/>
          </a:blip>
          <a:stretch>
            <a:fillRect/>
          </a:stretch>
        </p:blipFill>
        <p:spPr>
          <a:xfrm>
            <a:off x="7472177" y="2658889"/>
            <a:ext cx="695322" cy="763522"/>
          </a:xfrm>
          <a:prstGeom prst="rect">
            <a:avLst/>
          </a:prstGeom>
          <a:noFill/>
          <a:ln>
            <a:noFill/>
          </a:ln>
        </p:spPr>
      </p:pic>
      <p:sp>
        <p:nvSpPr>
          <p:cNvPr id="29" name="Google Shape;760;p46">
            <a:extLst>
              <a:ext uri="{FF2B5EF4-FFF2-40B4-BE49-F238E27FC236}">
                <a16:creationId xmlns:a16="http://schemas.microsoft.com/office/drawing/2014/main" id="{DFFC40ED-3CFB-56AD-8825-DF4DAD882268}"/>
              </a:ext>
            </a:extLst>
          </p:cNvPr>
          <p:cNvSpPr/>
          <p:nvPr/>
        </p:nvSpPr>
        <p:spPr>
          <a:xfrm>
            <a:off x="3735700" y="2788054"/>
            <a:ext cx="4362861" cy="2729566"/>
          </a:xfrm>
          <a:prstGeom prst="flowChartExtract">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0" name="Google Shape;761;p46">
            <a:extLst>
              <a:ext uri="{FF2B5EF4-FFF2-40B4-BE49-F238E27FC236}">
                <a16:creationId xmlns:a16="http://schemas.microsoft.com/office/drawing/2014/main" id="{A199ECD5-0BA9-9583-AE58-D7ADFD7259A3}"/>
              </a:ext>
            </a:extLst>
          </p:cNvPr>
          <p:cNvCxnSpPr>
            <a:cxnSpLocks/>
          </p:cNvCxnSpPr>
          <p:nvPr/>
        </p:nvCxnSpPr>
        <p:spPr>
          <a:xfrm rot="10800000" flipH="1">
            <a:off x="5286551" y="3591196"/>
            <a:ext cx="1282800" cy="7200"/>
          </a:xfrm>
          <a:prstGeom prst="straightConnector1">
            <a:avLst/>
          </a:prstGeom>
          <a:noFill/>
          <a:ln w="9525" cap="flat" cmpd="sng">
            <a:solidFill>
              <a:srgbClr val="000000"/>
            </a:solidFill>
            <a:prstDash val="solid"/>
            <a:round/>
            <a:headEnd type="none" w="med" len="med"/>
            <a:tailEnd type="none" w="med" len="med"/>
          </a:ln>
        </p:spPr>
      </p:cxnSp>
      <p:cxnSp>
        <p:nvCxnSpPr>
          <p:cNvPr id="31" name="Google Shape;762;p46">
            <a:extLst>
              <a:ext uri="{FF2B5EF4-FFF2-40B4-BE49-F238E27FC236}">
                <a16:creationId xmlns:a16="http://schemas.microsoft.com/office/drawing/2014/main" id="{6DF89F82-40DC-B285-78A5-45EE791EE111}"/>
              </a:ext>
            </a:extLst>
          </p:cNvPr>
          <p:cNvCxnSpPr>
            <a:cxnSpLocks/>
          </p:cNvCxnSpPr>
          <p:nvPr/>
        </p:nvCxnSpPr>
        <p:spPr>
          <a:xfrm rot="10800000" flipH="1">
            <a:off x="4710614" y="4296073"/>
            <a:ext cx="2421600" cy="13500"/>
          </a:xfrm>
          <a:prstGeom prst="straightConnector1">
            <a:avLst/>
          </a:prstGeom>
          <a:noFill/>
          <a:ln w="9525" cap="flat" cmpd="sng">
            <a:solidFill>
              <a:srgbClr val="000000"/>
            </a:solidFill>
            <a:prstDash val="solid"/>
            <a:round/>
            <a:headEnd type="none" w="med" len="med"/>
            <a:tailEnd type="none" w="med" len="med"/>
          </a:ln>
        </p:spPr>
      </p:cxnSp>
      <p:sp>
        <p:nvSpPr>
          <p:cNvPr id="32" name="Google Shape;763;p46">
            <a:extLst>
              <a:ext uri="{FF2B5EF4-FFF2-40B4-BE49-F238E27FC236}">
                <a16:creationId xmlns:a16="http://schemas.microsoft.com/office/drawing/2014/main" id="{A0992901-4EFC-5CED-EE68-A9A10CB5D796}"/>
              </a:ext>
            </a:extLst>
          </p:cNvPr>
          <p:cNvSpPr txBox="1"/>
          <p:nvPr/>
        </p:nvSpPr>
        <p:spPr>
          <a:xfrm>
            <a:off x="4985068" y="5106414"/>
            <a:ext cx="1863965"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fr" dirty="0"/>
              <a:t>Tests unitaires</a:t>
            </a:r>
            <a:endParaRPr dirty="0"/>
          </a:p>
        </p:txBody>
      </p:sp>
      <p:sp>
        <p:nvSpPr>
          <p:cNvPr id="33" name="Google Shape;764;p46">
            <a:extLst>
              <a:ext uri="{FF2B5EF4-FFF2-40B4-BE49-F238E27FC236}">
                <a16:creationId xmlns:a16="http://schemas.microsoft.com/office/drawing/2014/main" id="{1957EAB7-B551-51A5-751F-7ABA81311212}"/>
              </a:ext>
            </a:extLst>
          </p:cNvPr>
          <p:cNvSpPr txBox="1"/>
          <p:nvPr/>
        </p:nvSpPr>
        <p:spPr>
          <a:xfrm>
            <a:off x="5192515" y="4049920"/>
            <a:ext cx="14493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fr" sz="1100"/>
              <a:t>Tests d’intégration</a:t>
            </a:r>
            <a:endParaRPr sz="1100"/>
          </a:p>
        </p:txBody>
      </p:sp>
      <p:sp>
        <p:nvSpPr>
          <p:cNvPr id="34" name="Google Shape;765;p46">
            <a:extLst>
              <a:ext uri="{FF2B5EF4-FFF2-40B4-BE49-F238E27FC236}">
                <a16:creationId xmlns:a16="http://schemas.microsoft.com/office/drawing/2014/main" id="{997E599A-6C30-6031-BF28-1646F9A6DEF5}"/>
              </a:ext>
            </a:extLst>
          </p:cNvPr>
          <p:cNvSpPr txBox="1"/>
          <p:nvPr/>
        </p:nvSpPr>
        <p:spPr>
          <a:xfrm>
            <a:off x="5231251" y="3358479"/>
            <a:ext cx="13716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fr" sz="900" dirty="0"/>
              <a:t>Tests systèmes</a:t>
            </a:r>
            <a:endParaRPr sz="900" dirty="0"/>
          </a:p>
        </p:txBody>
      </p:sp>
      <p:cxnSp>
        <p:nvCxnSpPr>
          <p:cNvPr id="35" name="Google Shape;766;p46">
            <a:extLst>
              <a:ext uri="{FF2B5EF4-FFF2-40B4-BE49-F238E27FC236}">
                <a16:creationId xmlns:a16="http://schemas.microsoft.com/office/drawing/2014/main" id="{95D3F8C4-C5A3-F08D-B2CF-434511DA3FF8}"/>
              </a:ext>
            </a:extLst>
          </p:cNvPr>
          <p:cNvCxnSpPr>
            <a:cxnSpLocks/>
          </p:cNvCxnSpPr>
          <p:nvPr/>
        </p:nvCxnSpPr>
        <p:spPr>
          <a:xfrm rot="10800000">
            <a:off x="3739553" y="2612650"/>
            <a:ext cx="0" cy="2908200"/>
          </a:xfrm>
          <a:prstGeom prst="straightConnector1">
            <a:avLst/>
          </a:prstGeom>
          <a:noFill/>
          <a:ln w="19050" cap="flat" cmpd="sng">
            <a:solidFill>
              <a:srgbClr val="000000"/>
            </a:solidFill>
            <a:prstDash val="solid"/>
            <a:round/>
            <a:headEnd type="none" w="med" len="med"/>
            <a:tailEnd type="triangle" w="med" len="med"/>
          </a:ln>
        </p:spPr>
      </p:cxnSp>
      <p:cxnSp>
        <p:nvCxnSpPr>
          <p:cNvPr id="36" name="Google Shape;769;p46">
            <a:extLst>
              <a:ext uri="{FF2B5EF4-FFF2-40B4-BE49-F238E27FC236}">
                <a16:creationId xmlns:a16="http://schemas.microsoft.com/office/drawing/2014/main" id="{F344BEDD-D524-285C-323F-87247868DD0E}"/>
              </a:ext>
            </a:extLst>
          </p:cNvPr>
          <p:cNvCxnSpPr>
            <a:cxnSpLocks/>
          </p:cNvCxnSpPr>
          <p:nvPr/>
        </p:nvCxnSpPr>
        <p:spPr>
          <a:xfrm>
            <a:off x="3739553" y="5520850"/>
            <a:ext cx="4697700" cy="0"/>
          </a:xfrm>
          <a:prstGeom prst="straightConnector1">
            <a:avLst/>
          </a:prstGeom>
          <a:noFill/>
          <a:ln w="19050" cap="flat" cmpd="sng">
            <a:solidFill>
              <a:srgbClr val="000000"/>
            </a:solidFill>
            <a:prstDash val="solid"/>
            <a:round/>
            <a:headEnd type="none" w="med" len="med"/>
            <a:tailEnd type="triangle" w="med" len="med"/>
          </a:ln>
        </p:spPr>
      </p:cxnSp>
      <p:sp>
        <p:nvSpPr>
          <p:cNvPr id="41" name="Google Shape;767;p46">
            <a:extLst>
              <a:ext uri="{FF2B5EF4-FFF2-40B4-BE49-F238E27FC236}">
                <a16:creationId xmlns:a16="http://schemas.microsoft.com/office/drawing/2014/main" id="{AC88901E-740B-797A-B73E-98C5DBC2F42E}"/>
              </a:ext>
            </a:extLst>
          </p:cNvPr>
          <p:cNvSpPr txBox="1"/>
          <p:nvPr/>
        </p:nvSpPr>
        <p:spPr>
          <a:xfrm>
            <a:off x="4792751" y="5465686"/>
            <a:ext cx="22704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fr" dirty="0"/>
              <a:t>Quantité de tests</a:t>
            </a:r>
            <a:endParaRPr dirty="0"/>
          </a:p>
        </p:txBody>
      </p:sp>
      <p:sp>
        <p:nvSpPr>
          <p:cNvPr id="42" name="Google Shape;780;p47">
            <a:extLst>
              <a:ext uri="{FF2B5EF4-FFF2-40B4-BE49-F238E27FC236}">
                <a16:creationId xmlns:a16="http://schemas.microsoft.com/office/drawing/2014/main" id="{AE7F3400-25A1-DD52-DE84-32BE19FDDEC8}"/>
              </a:ext>
            </a:extLst>
          </p:cNvPr>
          <p:cNvSpPr/>
          <p:nvPr/>
        </p:nvSpPr>
        <p:spPr>
          <a:xfrm>
            <a:off x="6526522" y="2783034"/>
            <a:ext cx="603900" cy="400200"/>
          </a:xfrm>
          <a:prstGeom prst="wedgeRectCallout">
            <a:avLst>
              <a:gd name="adj1" fmla="val -87912"/>
              <a:gd name="adj2" fmla="val 62869"/>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sz="1400" dirty="0"/>
              <a:t>10 %</a:t>
            </a:r>
            <a:endParaRPr sz="1400" dirty="0"/>
          </a:p>
        </p:txBody>
      </p:sp>
      <p:sp>
        <p:nvSpPr>
          <p:cNvPr id="43" name="Google Shape;781;p47">
            <a:extLst>
              <a:ext uri="{FF2B5EF4-FFF2-40B4-BE49-F238E27FC236}">
                <a16:creationId xmlns:a16="http://schemas.microsoft.com/office/drawing/2014/main" id="{D354B73F-05A9-77C1-8ADA-9BCE92D2196F}"/>
              </a:ext>
            </a:extLst>
          </p:cNvPr>
          <p:cNvSpPr/>
          <p:nvPr/>
        </p:nvSpPr>
        <p:spPr>
          <a:xfrm>
            <a:off x="7297152" y="3752970"/>
            <a:ext cx="603900" cy="400200"/>
          </a:xfrm>
          <a:prstGeom prst="wedgeRectCallout">
            <a:avLst>
              <a:gd name="adj1" fmla="val -87912"/>
              <a:gd name="adj2" fmla="val 62869"/>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sz="1400" dirty="0"/>
              <a:t>20 %</a:t>
            </a:r>
            <a:endParaRPr sz="1400" dirty="0"/>
          </a:p>
        </p:txBody>
      </p:sp>
      <p:sp>
        <p:nvSpPr>
          <p:cNvPr id="44" name="Google Shape;782;p47">
            <a:extLst>
              <a:ext uri="{FF2B5EF4-FFF2-40B4-BE49-F238E27FC236}">
                <a16:creationId xmlns:a16="http://schemas.microsoft.com/office/drawing/2014/main" id="{686DAE99-2DC7-83DC-B258-3354345D4EA3}"/>
              </a:ext>
            </a:extLst>
          </p:cNvPr>
          <p:cNvSpPr/>
          <p:nvPr/>
        </p:nvSpPr>
        <p:spPr>
          <a:xfrm>
            <a:off x="7938560" y="4569945"/>
            <a:ext cx="603900" cy="400200"/>
          </a:xfrm>
          <a:prstGeom prst="wedgeRectCallout">
            <a:avLst>
              <a:gd name="adj1" fmla="val -87912"/>
              <a:gd name="adj2" fmla="val 62869"/>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sz="1400" dirty="0"/>
              <a:t>70 %</a:t>
            </a:r>
            <a:endParaRPr sz="1400" dirty="0"/>
          </a:p>
        </p:txBody>
      </p:sp>
      <p:sp>
        <p:nvSpPr>
          <p:cNvPr id="45" name="Google Shape;768;p46">
            <a:extLst>
              <a:ext uri="{FF2B5EF4-FFF2-40B4-BE49-F238E27FC236}">
                <a16:creationId xmlns:a16="http://schemas.microsoft.com/office/drawing/2014/main" id="{D134D689-4A64-BC64-5BA9-3CEDF9094741}"/>
              </a:ext>
            </a:extLst>
          </p:cNvPr>
          <p:cNvSpPr txBox="1"/>
          <p:nvPr/>
        </p:nvSpPr>
        <p:spPr>
          <a:xfrm>
            <a:off x="1517152" y="2612650"/>
            <a:ext cx="2190898" cy="1692741"/>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1400" b="1" dirty="0">
                <a:solidFill>
                  <a:srgbClr val="FF0000"/>
                </a:solidFill>
              </a:rPr>
              <a:t>Coût, temps d’exécution, imprécision, difficulté d’automatisation</a:t>
            </a:r>
            <a:endParaRPr sz="1400" b="1" dirty="0">
              <a:solidFill>
                <a:srgbClr val="FF0000"/>
              </a:solidFill>
            </a:endParaRPr>
          </a:p>
          <a:p>
            <a:pPr marL="0" lvl="0" indent="0" algn="l" rtl="0">
              <a:spcBef>
                <a:spcPts val="0"/>
              </a:spcBef>
              <a:spcAft>
                <a:spcPts val="0"/>
              </a:spcAft>
              <a:buNone/>
            </a:pPr>
            <a:endParaRPr sz="1400" dirty="0"/>
          </a:p>
          <a:p>
            <a:pPr marL="0" lvl="0" indent="0" algn="l" rtl="0">
              <a:spcBef>
                <a:spcPts val="0"/>
              </a:spcBef>
              <a:spcAft>
                <a:spcPts val="0"/>
              </a:spcAft>
              <a:buNone/>
            </a:pPr>
            <a:r>
              <a:rPr lang="fr" sz="1400" b="1" dirty="0">
                <a:solidFill>
                  <a:srgbClr val="00B050"/>
                </a:solidFill>
              </a:rPr>
              <a:t>Couverture de code, proche du réel</a:t>
            </a:r>
            <a:endParaRPr sz="1400" b="1" dirty="0">
              <a:solidFill>
                <a:srgbClr val="00B050"/>
              </a:solidFill>
            </a:endParaRPr>
          </a:p>
        </p:txBody>
      </p:sp>
    </p:spTree>
    <p:extLst>
      <p:ext uri="{BB962C8B-B14F-4D97-AF65-F5344CB8AC3E}">
        <p14:creationId xmlns:p14="http://schemas.microsoft.com/office/powerpoint/2010/main" val="27175800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8AD94-C619-C5F4-94D8-F4891059F12B}"/>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834A5819-BC0C-59FA-02CD-E041A2614958}"/>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a:t>Tests logiciels - Niveaux de tests</a:t>
            </a:r>
            <a:endParaRPr lang="fr-FR" sz="3600" noProof="0" dirty="0"/>
          </a:p>
        </p:txBody>
      </p:sp>
      <p:sp>
        <p:nvSpPr>
          <p:cNvPr id="2" name="Espace réservé du numéro de diapositive 1">
            <a:extLst>
              <a:ext uri="{FF2B5EF4-FFF2-40B4-BE49-F238E27FC236}">
                <a16:creationId xmlns:a16="http://schemas.microsoft.com/office/drawing/2014/main" id="{3B37B2D8-DD8F-F09C-F769-ED7095B3E350}"/>
              </a:ext>
            </a:extLst>
          </p:cNvPr>
          <p:cNvSpPr>
            <a:spLocks noGrp="1"/>
          </p:cNvSpPr>
          <p:nvPr>
            <p:ph type="sldNum" sz="quarter" idx="10"/>
          </p:nvPr>
        </p:nvSpPr>
        <p:spPr/>
        <p:txBody>
          <a:bodyPr/>
          <a:lstStyle/>
          <a:p>
            <a:fld id="{525A3C56-E491-49B2-93F3-63532DF516BC}" type="slidenum">
              <a:rPr lang="en-CA" smtClean="0"/>
              <a:t>40</a:t>
            </a:fld>
            <a:endParaRPr lang="en-CA"/>
          </a:p>
        </p:txBody>
      </p:sp>
      <p:sp>
        <p:nvSpPr>
          <p:cNvPr id="3" name="TextBox 10">
            <a:extLst>
              <a:ext uri="{FF2B5EF4-FFF2-40B4-BE49-F238E27FC236}">
                <a16:creationId xmlns:a16="http://schemas.microsoft.com/office/drawing/2014/main" id="{E65CBDC1-3D42-0B16-E6BC-BE1E8B263256}"/>
              </a:ext>
            </a:extLst>
          </p:cNvPr>
          <p:cNvSpPr txBox="1"/>
          <p:nvPr/>
        </p:nvSpPr>
        <p:spPr>
          <a:xfrm>
            <a:off x="855258" y="1340380"/>
            <a:ext cx="10481483" cy="40466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fr-FR" sz="2000" b="1" dirty="0"/>
              <a:t>Cône des tests</a:t>
            </a:r>
            <a:endParaRPr lang="fr-FR" b="1" dirty="0"/>
          </a:p>
        </p:txBody>
      </p:sp>
      <p:sp>
        <p:nvSpPr>
          <p:cNvPr id="28" name="Google Shape;768;p46">
            <a:extLst>
              <a:ext uri="{FF2B5EF4-FFF2-40B4-BE49-F238E27FC236}">
                <a16:creationId xmlns:a16="http://schemas.microsoft.com/office/drawing/2014/main" id="{711ED32D-1C71-A744-046A-18FC0E6B1CC7}"/>
              </a:ext>
            </a:extLst>
          </p:cNvPr>
          <p:cNvSpPr txBox="1"/>
          <p:nvPr/>
        </p:nvSpPr>
        <p:spPr>
          <a:xfrm>
            <a:off x="1917202" y="2437453"/>
            <a:ext cx="2190898" cy="1692741"/>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1400" b="1" dirty="0">
                <a:solidFill>
                  <a:srgbClr val="FF0000"/>
                </a:solidFill>
              </a:rPr>
              <a:t>Coût, temps d’exécution, imprécision, difficulté d’automatisation</a:t>
            </a:r>
            <a:endParaRPr sz="1400" b="1" dirty="0">
              <a:solidFill>
                <a:srgbClr val="FF0000"/>
              </a:solidFill>
            </a:endParaRPr>
          </a:p>
          <a:p>
            <a:pPr marL="0" lvl="0" indent="0" algn="l" rtl="0">
              <a:spcBef>
                <a:spcPts val="0"/>
              </a:spcBef>
              <a:spcAft>
                <a:spcPts val="0"/>
              </a:spcAft>
              <a:buNone/>
            </a:pPr>
            <a:endParaRPr sz="1400" dirty="0"/>
          </a:p>
          <a:p>
            <a:pPr marL="0" lvl="0" indent="0" algn="l" rtl="0">
              <a:spcBef>
                <a:spcPts val="0"/>
              </a:spcBef>
              <a:spcAft>
                <a:spcPts val="0"/>
              </a:spcAft>
              <a:buNone/>
            </a:pPr>
            <a:r>
              <a:rPr lang="fr" sz="1400" b="1" dirty="0">
                <a:solidFill>
                  <a:srgbClr val="00B050"/>
                </a:solidFill>
              </a:rPr>
              <a:t>Couverture de code, proche du réel</a:t>
            </a:r>
            <a:endParaRPr sz="1400" b="1" dirty="0">
              <a:solidFill>
                <a:srgbClr val="00B050"/>
              </a:solidFill>
            </a:endParaRPr>
          </a:p>
        </p:txBody>
      </p:sp>
      <p:sp>
        <p:nvSpPr>
          <p:cNvPr id="4" name="Google Shape;803;p48">
            <a:extLst>
              <a:ext uri="{FF2B5EF4-FFF2-40B4-BE49-F238E27FC236}">
                <a16:creationId xmlns:a16="http://schemas.microsoft.com/office/drawing/2014/main" id="{ED8FCD74-47E0-B426-203B-EEEA7799200C}"/>
              </a:ext>
            </a:extLst>
          </p:cNvPr>
          <p:cNvSpPr/>
          <p:nvPr/>
        </p:nvSpPr>
        <p:spPr>
          <a:xfrm rot="10800000">
            <a:off x="4218100" y="2614784"/>
            <a:ext cx="4348075" cy="2725711"/>
          </a:xfrm>
          <a:prstGeom prst="flowChartExtract">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 name="Google Shape;804;p48">
            <a:extLst>
              <a:ext uri="{FF2B5EF4-FFF2-40B4-BE49-F238E27FC236}">
                <a16:creationId xmlns:a16="http://schemas.microsoft.com/office/drawing/2014/main" id="{3FDBD050-4769-9231-FBAB-1EA2D6A896C3}"/>
              </a:ext>
            </a:extLst>
          </p:cNvPr>
          <p:cNvCxnSpPr/>
          <p:nvPr/>
        </p:nvCxnSpPr>
        <p:spPr>
          <a:xfrm flipH="1">
            <a:off x="5741980" y="4531298"/>
            <a:ext cx="1278600" cy="7200"/>
          </a:xfrm>
          <a:prstGeom prst="straightConnector1">
            <a:avLst/>
          </a:prstGeom>
          <a:noFill/>
          <a:ln w="9525" cap="flat" cmpd="sng">
            <a:solidFill>
              <a:srgbClr val="000000"/>
            </a:solidFill>
            <a:prstDash val="solid"/>
            <a:round/>
            <a:headEnd type="none" w="med" len="med"/>
            <a:tailEnd type="none" w="med" len="med"/>
          </a:ln>
        </p:spPr>
      </p:cxnSp>
      <p:cxnSp>
        <p:nvCxnSpPr>
          <p:cNvPr id="6" name="Google Shape;805;p48">
            <a:extLst>
              <a:ext uri="{FF2B5EF4-FFF2-40B4-BE49-F238E27FC236}">
                <a16:creationId xmlns:a16="http://schemas.microsoft.com/office/drawing/2014/main" id="{D0AD010B-4BAC-C6D4-0057-9D7C480BBE22}"/>
              </a:ext>
            </a:extLst>
          </p:cNvPr>
          <p:cNvCxnSpPr/>
          <p:nvPr/>
        </p:nvCxnSpPr>
        <p:spPr>
          <a:xfrm flipH="1">
            <a:off x="5181086" y="3817921"/>
            <a:ext cx="2403600" cy="16800"/>
          </a:xfrm>
          <a:prstGeom prst="straightConnector1">
            <a:avLst/>
          </a:prstGeom>
          <a:noFill/>
          <a:ln w="9525" cap="flat" cmpd="sng">
            <a:solidFill>
              <a:srgbClr val="000000"/>
            </a:solidFill>
            <a:prstDash val="solid"/>
            <a:round/>
            <a:headEnd type="none" w="med" len="med"/>
            <a:tailEnd type="none" w="med" len="med"/>
          </a:ln>
        </p:spPr>
      </p:cxnSp>
      <p:sp>
        <p:nvSpPr>
          <p:cNvPr id="7" name="Google Shape;806;p48">
            <a:extLst>
              <a:ext uri="{FF2B5EF4-FFF2-40B4-BE49-F238E27FC236}">
                <a16:creationId xmlns:a16="http://schemas.microsoft.com/office/drawing/2014/main" id="{AF2100E6-E041-C3F1-59D1-09CF9D4579AF}"/>
              </a:ext>
            </a:extLst>
          </p:cNvPr>
          <p:cNvSpPr txBox="1"/>
          <p:nvPr/>
        </p:nvSpPr>
        <p:spPr>
          <a:xfrm>
            <a:off x="5484821" y="2547170"/>
            <a:ext cx="1814700" cy="415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fr" sz="1500" dirty="0"/>
              <a:t>Tests systèmes</a:t>
            </a:r>
            <a:endParaRPr sz="1500" dirty="0"/>
          </a:p>
        </p:txBody>
      </p:sp>
      <p:sp>
        <p:nvSpPr>
          <p:cNvPr id="8" name="Google Shape;807;p48">
            <a:extLst>
              <a:ext uri="{FF2B5EF4-FFF2-40B4-BE49-F238E27FC236}">
                <a16:creationId xmlns:a16="http://schemas.microsoft.com/office/drawing/2014/main" id="{43C714CE-BAC7-E1DA-6F78-453D690BB471}"/>
              </a:ext>
            </a:extLst>
          </p:cNvPr>
          <p:cNvSpPr txBox="1"/>
          <p:nvPr/>
        </p:nvSpPr>
        <p:spPr>
          <a:xfrm>
            <a:off x="5670003" y="3758110"/>
            <a:ext cx="14442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fr" sz="1200"/>
              <a:t>Tests d’intégration</a:t>
            </a:r>
            <a:endParaRPr sz="1200"/>
          </a:p>
        </p:txBody>
      </p:sp>
      <p:sp>
        <p:nvSpPr>
          <p:cNvPr id="9" name="Google Shape;808;p48">
            <a:extLst>
              <a:ext uri="{FF2B5EF4-FFF2-40B4-BE49-F238E27FC236}">
                <a16:creationId xmlns:a16="http://schemas.microsoft.com/office/drawing/2014/main" id="{30B3C350-8204-62CC-46F5-0DE9962FE806}"/>
              </a:ext>
            </a:extLst>
          </p:cNvPr>
          <p:cNvSpPr txBox="1"/>
          <p:nvPr/>
        </p:nvSpPr>
        <p:spPr>
          <a:xfrm>
            <a:off x="5708736" y="4476708"/>
            <a:ext cx="13671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fr" sz="1000"/>
              <a:t>Tests unitaires</a:t>
            </a:r>
            <a:endParaRPr sz="1000"/>
          </a:p>
        </p:txBody>
      </p:sp>
      <p:cxnSp>
        <p:nvCxnSpPr>
          <p:cNvPr id="11" name="Google Shape;810;p48">
            <a:extLst>
              <a:ext uri="{FF2B5EF4-FFF2-40B4-BE49-F238E27FC236}">
                <a16:creationId xmlns:a16="http://schemas.microsoft.com/office/drawing/2014/main" id="{5FBA805B-2E1B-AA8D-C9FD-C11E46FAAD7D}"/>
              </a:ext>
            </a:extLst>
          </p:cNvPr>
          <p:cNvCxnSpPr/>
          <p:nvPr/>
        </p:nvCxnSpPr>
        <p:spPr>
          <a:xfrm rot="10800000">
            <a:off x="4225328" y="2432302"/>
            <a:ext cx="0" cy="2908200"/>
          </a:xfrm>
          <a:prstGeom prst="straightConnector1">
            <a:avLst/>
          </a:prstGeom>
          <a:noFill/>
          <a:ln w="19050" cap="flat" cmpd="sng">
            <a:solidFill>
              <a:srgbClr val="000000"/>
            </a:solidFill>
            <a:prstDash val="solid"/>
            <a:round/>
            <a:headEnd type="none" w="med" len="med"/>
            <a:tailEnd type="triangle" w="med" len="med"/>
          </a:ln>
        </p:spPr>
      </p:cxnSp>
      <p:sp>
        <p:nvSpPr>
          <p:cNvPr id="12" name="Google Shape;811;p48">
            <a:extLst>
              <a:ext uri="{FF2B5EF4-FFF2-40B4-BE49-F238E27FC236}">
                <a16:creationId xmlns:a16="http://schemas.microsoft.com/office/drawing/2014/main" id="{1325255F-2D06-CBC7-AC2F-ED0275046E33}"/>
              </a:ext>
            </a:extLst>
          </p:cNvPr>
          <p:cNvSpPr txBox="1"/>
          <p:nvPr/>
        </p:nvSpPr>
        <p:spPr>
          <a:xfrm>
            <a:off x="5343117" y="5343735"/>
            <a:ext cx="22704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fr"/>
              <a:t>Quantité de tests</a:t>
            </a:r>
            <a:endParaRPr/>
          </a:p>
        </p:txBody>
      </p:sp>
      <p:cxnSp>
        <p:nvCxnSpPr>
          <p:cNvPr id="13" name="Google Shape;812;p48">
            <a:extLst>
              <a:ext uri="{FF2B5EF4-FFF2-40B4-BE49-F238E27FC236}">
                <a16:creationId xmlns:a16="http://schemas.microsoft.com/office/drawing/2014/main" id="{0BF9AEDB-95C0-8D36-1BC6-C82A4AA9916D}"/>
              </a:ext>
            </a:extLst>
          </p:cNvPr>
          <p:cNvCxnSpPr/>
          <p:nvPr/>
        </p:nvCxnSpPr>
        <p:spPr>
          <a:xfrm>
            <a:off x="4225328" y="5340502"/>
            <a:ext cx="4697700" cy="0"/>
          </a:xfrm>
          <a:prstGeom prst="straightConnector1">
            <a:avLst/>
          </a:prstGeom>
          <a:noFill/>
          <a:ln w="19050" cap="flat" cmpd="sng">
            <a:solidFill>
              <a:srgbClr val="000000"/>
            </a:solidFill>
            <a:prstDash val="solid"/>
            <a:round/>
            <a:headEnd type="none" w="med" len="med"/>
            <a:tailEnd type="triangle" w="med" len="med"/>
          </a:ln>
        </p:spPr>
      </p:cxnSp>
    </p:spTree>
    <p:extLst>
      <p:ext uri="{BB962C8B-B14F-4D97-AF65-F5344CB8AC3E}">
        <p14:creationId xmlns:p14="http://schemas.microsoft.com/office/powerpoint/2010/main" val="13025862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AC569-64F2-20DC-B9F0-D4E9090F6CAB}"/>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3917CD42-C655-2903-A1B7-C29C1ABF2D82}"/>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a:t>Tests logiciels – Tests unitaires (TU) - Généralités</a:t>
            </a:r>
            <a:endParaRPr lang="fr-FR" sz="3600" noProof="0" dirty="0"/>
          </a:p>
        </p:txBody>
      </p:sp>
      <p:sp>
        <p:nvSpPr>
          <p:cNvPr id="2" name="Espace réservé du numéro de diapositive 1">
            <a:extLst>
              <a:ext uri="{FF2B5EF4-FFF2-40B4-BE49-F238E27FC236}">
                <a16:creationId xmlns:a16="http://schemas.microsoft.com/office/drawing/2014/main" id="{C06ADDD3-AD46-6E60-4908-999BFF58E457}"/>
              </a:ext>
            </a:extLst>
          </p:cNvPr>
          <p:cNvSpPr>
            <a:spLocks noGrp="1"/>
          </p:cNvSpPr>
          <p:nvPr>
            <p:ph type="sldNum" sz="quarter" idx="10"/>
          </p:nvPr>
        </p:nvSpPr>
        <p:spPr/>
        <p:txBody>
          <a:bodyPr/>
          <a:lstStyle/>
          <a:p>
            <a:fld id="{525A3C56-E491-49B2-93F3-63532DF516BC}" type="slidenum">
              <a:rPr lang="en-CA" smtClean="0"/>
              <a:t>41</a:t>
            </a:fld>
            <a:endParaRPr lang="en-CA"/>
          </a:p>
        </p:txBody>
      </p:sp>
      <p:sp>
        <p:nvSpPr>
          <p:cNvPr id="23" name="TextBox 10">
            <a:extLst>
              <a:ext uri="{FF2B5EF4-FFF2-40B4-BE49-F238E27FC236}">
                <a16:creationId xmlns:a16="http://schemas.microsoft.com/office/drawing/2014/main" id="{8C6BE38A-642C-543E-BAB9-F390F123E253}"/>
              </a:ext>
            </a:extLst>
          </p:cNvPr>
          <p:cNvSpPr txBox="1"/>
          <p:nvPr/>
        </p:nvSpPr>
        <p:spPr>
          <a:xfrm>
            <a:off x="765737" y="1370148"/>
            <a:ext cx="10481483" cy="48941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fr-FR" sz="2000" b="1" dirty="0"/>
              <a:t>Un test unitaire doit : </a:t>
            </a:r>
          </a:p>
          <a:p>
            <a:pPr marL="342900" indent="-342900">
              <a:lnSpc>
                <a:spcPct val="150000"/>
              </a:lnSpc>
              <a:buFont typeface="Arial" panose="020B0604020202020204" pitchFamily="34" charset="0"/>
              <a:buChar char="•"/>
            </a:pPr>
            <a:r>
              <a:rPr lang="fr-FR" sz="1600" dirty="0"/>
              <a:t>Être déterministe</a:t>
            </a:r>
          </a:p>
          <a:p>
            <a:pPr marL="800100" lvl="1" indent="-342900">
              <a:lnSpc>
                <a:spcPct val="150000"/>
              </a:lnSpc>
              <a:buFont typeface="Arial" panose="020B0604020202020204" pitchFamily="34" charset="0"/>
              <a:buChar char="•"/>
            </a:pPr>
            <a:r>
              <a:rPr lang="fr-FR" sz="1400" dirty="0"/>
              <a:t>Contrôle complet sur les données d’entrée et de sortie</a:t>
            </a:r>
          </a:p>
          <a:p>
            <a:pPr marL="800100" lvl="1" indent="-342900">
              <a:lnSpc>
                <a:spcPct val="150000"/>
              </a:lnSpc>
              <a:buFont typeface="Arial" panose="020B0604020202020204" pitchFamily="34" charset="0"/>
              <a:buChar char="•"/>
            </a:pPr>
            <a:r>
              <a:rPr lang="fr-FR" sz="1400" dirty="0"/>
              <a:t>Reproductible</a:t>
            </a:r>
          </a:p>
          <a:p>
            <a:pPr marL="342900" indent="-342900">
              <a:lnSpc>
                <a:spcPct val="150000"/>
              </a:lnSpc>
              <a:buFont typeface="Arial" panose="020B0604020202020204" pitchFamily="34" charset="0"/>
              <a:buChar char="•"/>
            </a:pPr>
            <a:r>
              <a:rPr lang="fr-FR" sz="1600" dirty="0"/>
              <a:t>Être isolé et atomique</a:t>
            </a:r>
          </a:p>
          <a:p>
            <a:pPr marL="742950" lvl="1" indent="-285750">
              <a:lnSpc>
                <a:spcPct val="150000"/>
              </a:lnSpc>
              <a:buFont typeface="Arial" panose="020B0604020202020204" pitchFamily="34" charset="0"/>
              <a:buChar char="•"/>
            </a:pPr>
            <a:r>
              <a:rPr lang="fr-FR" sz="1400" dirty="0"/>
              <a:t>Court et exécution rapide</a:t>
            </a:r>
          </a:p>
          <a:p>
            <a:pPr marL="742950" lvl="1" indent="-285750">
              <a:lnSpc>
                <a:spcPct val="150000"/>
              </a:lnSpc>
              <a:buFont typeface="Arial" panose="020B0604020202020204" pitchFamily="34" charset="0"/>
              <a:buChar char="•"/>
            </a:pPr>
            <a:r>
              <a:rPr lang="fr-FR" sz="1400" dirty="0"/>
              <a:t>Teste qu’une seule méthode (</a:t>
            </a:r>
            <a:r>
              <a:rPr lang="fr-FR" sz="1400" b="1" u="sng" dirty="0"/>
              <a:t>public</a:t>
            </a:r>
            <a:r>
              <a:rPr lang="fr-FR" sz="1400" dirty="0"/>
              <a:t>) à la fois</a:t>
            </a:r>
          </a:p>
          <a:p>
            <a:pPr marL="742950" lvl="1" indent="-285750">
              <a:lnSpc>
                <a:spcPct val="150000"/>
              </a:lnSpc>
              <a:buFont typeface="Arial" panose="020B0604020202020204" pitchFamily="34" charset="0"/>
              <a:buChar char="•"/>
            </a:pPr>
            <a:r>
              <a:rPr lang="fr-FR" sz="1400" dirty="0"/>
              <a:t>On test uniquement son propre code (pas le code natif ni les librairies)</a:t>
            </a:r>
          </a:p>
          <a:p>
            <a:pPr marL="742950" lvl="1" indent="-285750">
              <a:lnSpc>
                <a:spcPct val="150000"/>
              </a:lnSpc>
              <a:buFont typeface="Arial" panose="020B0604020202020204" pitchFamily="34" charset="0"/>
              <a:buChar char="•"/>
            </a:pPr>
            <a:r>
              <a:rPr lang="fr-FR" sz="1400" dirty="0"/>
              <a:t>Si l’exécution sort de la méthode, ce n’est plus un test unitaire !</a:t>
            </a:r>
          </a:p>
          <a:p>
            <a:pPr marL="342900" indent="-342900">
              <a:lnSpc>
                <a:spcPct val="150000"/>
              </a:lnSpc>
              <a:buFont typeface="Arial" panose="020B0604020202020204" pitchFamily="34" charset="0"/>
              <a:buChar char="•"/>
            </a:pPr>
            <a:r>
              <a:rPr lang="fr-FR" sz="1600" dirty="0"/>
              <a:t>Avoir une responsabilité unique</a:t>
            </a:r>
          </a:p>
          <a:p>
            <a:pPr marL="800100" lvl="1" indent="-342900">
              <a:lnSpc>
                <a:spcPct val="150000"/>
              </a:lnSpc>
              <a:buFont typeface="Arial" panose="020B0604020202020204" pitchFamily="34" charset="0"/>
              <a:buChar char="•"/>
            </a:pPr>
            <a:r>
              <a:rPr lang="fr-FR" sz="1400" dirty="0"/>
              <a:t>Un test = un scénario</a:t>
            </a:r>
          </a:p>
          <a:p>
            <a:pPr marL="342900" indent="-342900">
              <a:lnSpc>
                <a:spcPct val="150000"/>
              </a:lnSpc>
              <a:buFont typeface="Arial" panose="020B0604020202020204" pitchFamily="34" charset="0"/>
              <a:buChar char="•"/>
            </a:pPr>
            <a:r>
              <a:rPr lang="fr-FR" sz="1600" dirty="0"/>
              <a:t>Être </a:t>
            </a:r>
            <a:r>
              <a:rPr lang="fr-FR" sz="1600" dirty="0" err="1"/>
              <a:t>auto-descriptif</a:t>
            </a:r>
            <a:endParaRPr lang="fr-FR" sz="1600" dirty="0"/>
          </a:p>
          <a:p>
            <a:pPr marL="800100" lvl="1" indent="-342900">
              <a:lnSpc>
                <a:spcPct val="150000"/>
              </a:lnSpc>
              <a:buFont typeface="Arial" panose="020B0604020202020204" pitchFamily="34" charset="0"/>
              <a:buChar char="•"/>
            </a:pPr>
            <a:r>
              <a:rPr lang="fr-FR" sz="1400" dirty="0"/>
              <a:t>Le nom du test doit suffire à comprendre ce qu’il fait</a:t>
            </a:r>
          </a:p>
          <a:p>
            <a:pPr marL="342900" indent="-342900">
              <a:lnSpc>
                <a:spcPct val="150000"/>
              </a:lnSpc>
              <a:buFont typeface="Arial" panose="020B0604020202020204" pitchFamily="34" charset="0"/>
              <a:buChar char="•"/>
            </a:pPr>
            <a:r>
              <a:rPr lang="fr-FR" sz="1600" dirty="0"/>
              <a:t>Structure claire en 3 étapes (</a:t>
            </a:r>
            <a:r>
              <a:rPr lang="fr-FR" sz="1600" b="1" dirty="0"/>
              <a:t>préparation</a:t>
            </a:r>
            <a:r>
              <a:rPr lang="fr-FR" sz="1600" dirty="0"/>
              <a:t>, </a:t>
            </a:r>
            <a:r>
              <a:rPr lang="fr-FR" sz="1600" b="1" dirty="0"/>
              <a:t>exécution</a:t>
            </a:r>
            <a:r>
              <a:rPr lang="fr-FR" sz="1600" dirty="0"/>
              <a:t>, </a:t>
            </a:r>
            <a:r>
              <a:rPr lang="fr-FR" sz="1600" b="1" dirty="0"/>
              <a:t>vérifications</a:t>
            </a:r>
            <a:r>
              <a:rPr lang="fr-FR" sz="1600" dirty="0"/>
              <a:t>)</a:t>
            </a:r>
          </a:p>
        </p:txBody>
      </p:sp>
    </p:spTree>
    <p:extLst>
      <p:ext uri="{BB962C8B-B14F-4D97-AF65-F5344CB8AC3E}">
        <p14:creationId xmlns:p14="http://schemas.microsoft.com/office/powerpoint/2010/main" val="24905065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AE003-316F-4076-A71C-1ECCFAFA1F68}"/>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323AB183-7D5F-33A8-D1E5-51070C669ABC}"/>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a:t>Tests logiciels – Tests unitaires - Exemples</a:t>
            </a:r>
            <a:endParaRPr lang="fr-FR" sz="3600" noProof="0" dirty="0"/>
          </a:p>
        </p:txBody>
      </p:sp>
      <p:sp>
        <p:nvSpPr>
          <p:cNvPr id="2" name="Espace réservé du numéro de diapositive 1">
            <a:extLst>
              <a:ext uri="{FF2B5EF4-FFF2-40B4-BE49-F238E27FC236}">
                <a16:creationId xmlns:a16="http://schemas.microsoft.com/office/drawing/2014/main" id="{E72DBC95-AE5A-F719-48C0-136CC0F19BCD}"/>
              </a:ext>
            </a:extLst>
          </p:cNvPr>
          <p:cNvSpPr>
            <a:spLocks noGrp="1"/>
          </p:cNvSpPr>
          <p:nvPr>
            <p:ph type="sldNum" sz="quarter" idx="10"/>
          </p:nvPr>
        </p:nvSpPr>
        <p:spPr/>
        <p:txBody>
          <a:bodyPr/>
          <a:lstStyle/>
          <a:p>
            <a:fld id="{525A3C56-E491-49B2-93F3-63532DF516BC}" type="slidenum">
              <a:rPr lang="en-CA" smtClean="0"/>
              <a:t>42</a:t>
            </a:fld>
            <a:endParaRPr lang="en-CA"/>
          </a:p>
        </p:txBody>
      </p:sp>
      <p:pic>
        <p:nvPicPr>
          <p:cNvPr id="22" name="Image 21">
            <a:extLst>
              <a:ext uri="{FF2B5EF4-FFF2-40B4-BE49-F238E27FC236}">
                <a16:creationId xmlns:a16="http://schemas.microsoft.com/office/drawing/2014/main" id="{EE1886AD-373D-86B2-AA10-800980CD9FF3}"/>
              </a:ext>
            </a:extLst>
          </p:cNvPr>
          <p:cNvPicPr>
            <a:picLocks noChangeAspect="1"/>
          </p:cNvPicPr>
          <p:nvPr/>
        </p:nvPicPr>
        <p:blipFill>
          <a:blip r:embed="rId3"/>
          <a:stretch>
            <a:fillRect/>
          </a:stretch>
        </p:blipFill>
        <p:spPr>
          <a:xfrm>
            <a:off x="186882" y="1925372"/>
            <a:ext cx="4437719" cy="1998972"/>
          </a:xfrm>
          <a:prstGeom prst="rect">
            <a:avLst/>
          </a:prstGeom>
          <a:ln>
            <a:solidFill>
              <a:schemeClr val="tx1"/>
            </a:solidFill>
          </a:ln>
        </p:spPr>
      </p:pic>
      <p:pic>
        <p:nvPicPr>
          <p:cNvPr id="6146" name="Picture 2" descr="JUnit">
            <a:extLst>
              <a:ext uri="{FF2B5EF4-FFF2-40B4-BE49-F238E27FC236}">
                <a16:creationId xmlns:a16="http://schemas.microsoft.com/office/drawing/2014/main" id="{4FF79EB1-D743-F5FF-E9A3-6F5753999A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9647" y="4122802"/>
            <a:ext cx="2009777" cy="566738"/>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a:extLst>
              <a:ext uri="{FF2B5EF4-FFF2-40B4-BE49-F238E27FC236}">
                <a16:creationId xmlns:a16="http://schemas.microsoft.com/office/drawing/2014/main" id="{3808948A-42C4-8D89-F9C7-00EBD0CA4733}"/>
              </a:ext>
            </a:extLst>
          </p:cNvPr>
          <p:cNvPicPr>
            <a:picLocks noChangeAspect="1"/>
          </p:cNvPicPr>
          <p:nvPr/>
        </p:nvPicPr>
        <p:blipFill>
          <a:blip r:embed="rId5"/>
          <a:stretch>
            <a:fillRect/>
          </a:stretch>
        </p:blipFill>
        <p:spPr>
          <a:xfrm>
            <a:off x="4826466" y="1381674"/>
            <a:ext cx="7064352" cy="3086367"/>
          </a:xfrm>
          <a:prstGeom prst="rect">
            <a:avLst/>
          </a:prstGeom>
          <a:ln>
            <a:solidFill>
              <a:schemeClr val="tx1"/>
            </a:solidFill>
          </a:ln>
        </p:spPr>
      </p:pic>
      <p:pic>
        <p:nvPicPr>
          <p:cNvPr id="6" name="Image 5">
            <a:extLst>
              <a:ext uri="{FF2B5EF4-FFF2-40B4-BE49-F238E27FC236}">
                <a16:creationId xmlns:a16="http://schemas.microsoft.com/office/drawing/2014/main" id="{C72D2AC5-D255-1274-3103-3DFB3001A021}"/>
              </a:ext>
            </a:extLst>
          </p:cNvPr>
          <p:cNvPicPr>
            <a:picLocks noChangeAspect="1"/>
          </p:cNvPicPr>
          <p:nvPr/>
        </p:nvPicPr>
        <p:blipFill>
          <a:blip r:embed="rId6"/>
          <a:stretch>
            <a:fillRect/>
          </a:stretch>
        </p:blipFill>
        <p:spPr>
          <a:xfrm>
            <a:off x="4826466" y="1693560"/>
            <a:ext cx="7111527" cy="2462593"/>
          </a:xfrm>
          <a:prstGeom prst="rect">
            <a:avLst/>
          </a:prstGeom>
          <a:ln>
            <a:solidFill>
              <a:schemeClr val="tx1"/>
            </a:solidFill>
          </a:ln>
        </p:spPr>
      </p:pic>
      <p:pic>
        <p:nvPicPr>
          <p:cNvPr id="8" name="Image 7">
            <a:extLst>
              <a:ext uri="{FF2B5EF4-FFF2-40B4-BE49-F238E27FC236}">
                <a16:creationId xmlns:a16="http://schemas.microsoft.com/office/drawing/2014/main" id="{22989810-7912-0DB1-CB2B-E5A16894E4FB}"/>
              </a:ext>
            </a:extLst>
          </p:cNvPr>
          <p:cNvPicPr>
            <a:picLocks noChangeAspect="1"/>
          </p:cNvPicPr>
          <p:nvPr/>
        </p:nvPicPr>
        <p:blipFill>
          <a:blip r:embed="rId7"/>
          <a:stretch>
            <a:fillRect/>
          </a:stretch>
        </p:blipFill>
        <p:spPr>
          <a:xfrm>
            <a:off x="4826466" y="1703561"/>
            <a:ext cx="7064351" cy="2442589"/>
          </a:xfrm>
          <a:prstGeom prst="rect">
            <a:avLst/>
          </a:prstGeom>
          <a:ln>
            <a:solidFill>
              <a:schemeClr val="tx1"/>
            </a:solidFill>
          </a:ln>
        </p:spPr>
      </p:pic>
      <p:pic>
        <p:nvPicPr>
          <p:cNvPr id="10" name="Image 9">
            <a:extLst>
              <a:ext uri="{FF2B5EF4-FFF2-40B4-BE49-F238E27FC236}">
                <a16:creationId xmlns:a16="http://schemas.microsoft.com/office/drawing/2014/main" id="{5C0DC6C6-A51F-EAD2-55A7-29142B21FDF0}"/>
              </a:ext>
            </a:extLst>
          </p:cNvPr>
          <p:cNvPicPr>
            <a:picLocks noChangeAspect="1"/>
          </p:cNvPicPr>
          <p:nvPr/>
        </p:nvPicPr>
        <p:blipFill>
          <a:blip r:embed="rId8"/>
          <a:stretch>
            <a:fillRect/>
          </a:stretch>
        </p:blipFill>
        <p:spPr>
          <a:xfrm>
            <a:off x="3654004" y="4749166"/>
            <a:ext cx="4899903" cy="1684342"/>
          </a:xfrm>
          <a:prstGeom prst="rect">
            <a:avLst/>
          </a:prstGeom>
          <a:ln>
            <a:solidFill>
              <a:schemeClr val="tx1"/>
            </a:solidFill>
          </a:ln>
        </p:spPr>
      </p:pic>
    </p:spTree>
    <p:extLst>
      <p:ext uri="{BB962C8B-B14F-4D97-AF65-F5344CB8AC3E}">
        <p14:creationId xmlns:p14="http://schemas.microsoft.com/office/powerpoint/2010/main" val="33647968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fade">
                                      <p:cBhvr>
                                        <p:cTn id="7" dur="500"/>
                                        <p:tgtEl>
                                          <p:spTgt spid="61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 presetClass="exit" presetSubtype="0" fill="hold" nodeType="withEffect">
                                  <p:stCondLst>
                                    <p:cond delay="0"/>
                                  </p:stCondLst>
                                  <p:childTnLst>
                                    <p:set>
                                      <p:cBhvr>
                                        <p:cTn id="19" dur="1" fill="hold">
                                          <p:stCondLst>
                                            <p:cond delay="0"/>
                                          </p:stCondLst>
                                        </p:cTn>
                                        <p:tgtEl>
                                          <p:spTgt spid="4"/>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 presetClass="exit" presetSubtype="0" fill="hold" nodeType="withEffect">
                                  <p:stCondLst>
                                    <p:cond delay="0"/>
                                  </p:stCondLst>
                                  <p:childTnLst>
                                    <p:set>
                                      <p:cBhvr>
                                        <p:cTn id="26" dur="1" fill="hold">
                                          <p:stCondLst>
                                            <p:cond delay="0"/>
                                          </p:stCondLst>
                                        </p:cTn>
                                        <p:tgtEl>
                                          <p:spTgt spid="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8026603-A9C0-56FE-8701-AB90E03A1D21}"/>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187152C2-25FB-F3CA-C3F2-F9500A554D44}"/>
              </a:ext>
            </a:extLst>
          </p:cNvPr>
          <p:cNvSpPr>
            <a:spLocks noGrp="1"/>
          </p:cNvSpPr>
          <p:nvPr>
            <p:ph type="title"/>
          </p:nvPr>
        </p:nvSpPr>
        <p:spPr>
          <a:xfrm>
            <a:off x="748799" y="635964"/>
            <a:ext cx="8587706" cy="2226506"/>
          </a:xfrm>
        </p:spPr>
        <p:txBody>
          <a:bodyPr/>
          <a:lstStyle/>
          <a:p>
            <a:r>
              <a:rPr lang="fr-FR" dirty="0"/>
              <a:t>Ouverture aux </a:t>
            </a:r>
            <a:r>
              <a:rPr lang="fr-FR" dirty="0" err="1"/>
              <a:t>frameworks</a:t>
            </a:r>
            <a:endParaRPr lang="fr-FR" noProof="0" dirty="0"/>
          </a:p>
        </p:txBody>
      </p:sp>
      <p:sp>
        <p:nvSpPr>
          <p:cNvPr id="2" name="Espace réservé du numéro de diapositive 1">
            <a:extLst>
              <a:ext uri="{FF2B5EF4-FFF2-40B4-BE49-F238E27FC236}">
                <a16:creationId xmlns:a16="http://schemas.microsoft.com/office/drawing/2014/main" id="{A7423F58-58E9-4B34-99F6-F8CD1A018ED8}"/>
              </a:ext>
            </a:extLst>
          </p:cNvPr>
          <p:cNvSpPr>
            <a:spLocks noGrp="1"/>
          </p:cNvSpPr>
          <p:nvPr>
            <p:ph type="sldNum" sz="quarter" idx="4"/>
          </p:nvPr>
        </p:nvSpPr>
        <p:spPr/>
        <p:txBody>
          <a:bodyPr/>
          <a:lstStyle/>
          <a:p>
            <a:fld id="{525A3C56-E491-49B2-93F3-63532DF516BC}" type="slidenum">
              <a:rPr lang="en-CA" smtClean="0"/>
              <a:t>43</a:t>
            </a:fld>
            <a:endParaRPr lang="en-CA"/>
          </a:p>
        </p:txBody>
      </p:sp>
    </p:spTree>
    <p:extLst>
      <p:ext uri="{BB962C8B-B14F-4D97-AF65-F5344CB8AC3E}">
        <p14:creationId xmlns:p14="http://schemas.microsoft.com/office/powerpoint/2010/main" val="12459453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3CD5F2A-C74E-649A-4EDC-713A568BB68E}"/>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136512B9-5523-DA79-C362-D6E1726917EF}"/>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Les librairies et </a:t>
            </a:r>
            <a:r>
              <a:rPr lang="fr-FR" sz="3600" dirty="0" err="1"/>
              <a:t>Frameworks</a:t>
            </a:r>
            <a:endParaRPr lang="fr-FR" sz="3600" noProof="0" dirty="0"/>
          </a:p>
        </p:txBody>
      </p:sp>
      <p:sp>
        <p:nvSpPr>
          <p:cNvPr id="2" name="Espace réservé du numéro de diapositive 1">
            <a:extLst>
              <a:ext uri="{FF2B5EF4-FFF2-40B4-BE49-F238E27FC236}">
                <a16:creationId xmlns:a16="http://schemas.microsoft.com/office/drawing/2014/main" id="{B87B6CBB-C945-197A-5665-EE362C595F26}"/>
              </a:ext>
            </a:extLst>
          </p:cNvPr>
          <p:cNvSpPr>
            <a:spLocks noGrp="1"/>
          </p:cNvSpPr>
          <p:nvPr>
            <p:ph type="sldNum" sz="quarter" idx="10"/>
          </p:nvPr>
        </p:nvSpPr>
        <p:spPr>
          <a:xfrm>
            <a:off x="9853232" y="6584348"/>
            <a:ext cx="261660" cy="169200"/>
          </a:xfrm>
        </p:spPr>
        <p:txBody>
          <a:bodyPr/>
          <a:lstStyle/>
          <a:p>
            <a:fld id="{525A3C56-E491-49B2-93F3-63532DF516BC}" type="slidenum">
              <a:rPr lang="en-CA" smtClean="0"/>
              <a:t>44</a:t>
            </a:fld>
            <a:endParaRPr lang="en-CA"/>
          </a:p>
        </p:txBody>
      </p:sp>
      <p:sp>
        <p:nvSpPr>
          <p:cNvPr id="16" name="ZoneTexte 15">
            <a:extLst>
              <a:ext uri="{FF2B5EF4-FFF2-40B4-BE49-F238E27FC236}">
                <a16:creationId xmlns:a16="http://schemas.microsoft.com/office/drawing/2014/main" id="{260E858C-A87B-63D6-0BD7-FAF7870C6580}"/>
              </a:ext>
            </a:extLst>
          </p:cNvPr>
          <p:cNvSpPr txBox="1"/>
          <p:nvPr/>
        </p:nvSpPr>
        <p:spPr>
          <a:xfrm>
            <a:off x="1337310" y="1874520"/>
            <a:ext cx="7809547" cy="2995692"/>
          </a:xfrm>
          <a:prstGeom prst="rect">
            <a:avLst/>
          </a:prstGeom>
          <a:noFill/>
        </p:spPr>
        <p:txBody>
          <a:bodyPr wrap="square">
            <a:spAutoFit/>
          </a:bodyPr>
          <a:lstStyle/>
          <a:p>
            <a:pPr>
              <a:lnSpc>
                <a:spcPct val="150000"/>
              </a:lnSpc>
            </a:pPr>
            <a:r>
              <a:rPr lang="fr-FR" sz="2000" b="1" dirty="0"/>
              <a:t>Pourquoi utiliser des </a:t>
            </a:r>
            <a:r>
              <a:rPr lang="fr-FR" sz="2000" b="1" dirty="0" err="1"/>
              <a:t>Frameworks</a:t>
            </a:r>
            <a:r>
              <a:rPr lang="fr-FR" sz="2000" b="1" dirty="0"/>
              <a:t> et des librairies ?</a:t>
            </a:r>
          </a:p>
          <a:p>
            <a:pPr>
              <a:lnSpc>
                <a:spcPct val="150000"/>
              </a:lnSpc>
            </a:pPr>
            <a:endParaRPr lang="fr-FR" dirty="0"/>
          </a:p>
          <a:p>
            <a:pPr marL="285750" indent="-285750">
              <a:lnSpc>
                <a:spcPct val="150000"/>
              </a:lnSpc>
              <a:buFont typeface="Arial" panose="020B0604020202020204" pitchFamily="34" charset="0"/>
              <a:buChar char="•"/>
            </a:pPr>
            <a:r>
              <a:rPr lang="fr-FR" dirty="0"/>
              <a:t>Éviter de réinventer la roue</a:t>
            </a:r>
          </a:p>
          <a:p>
            <a:pPr marL="285750" indent="-285750">
              <a:lnSpc>
                <a:spcPct val="150000"/>
              </a:lnSpc>
              <a:buFont typeface="Arial" panose="020B0604020202020204" pitchFamily="34" charset="0"/>
              <a:buChar char="•"/>
            </a:pPr>
            <a:r>
              <a:rPr lang="fr-FR" dirty="0"/>
              <a:t>Réduire le code technique répétitif (« </a:t>
            </a:r>
            <a:r>
              <a:rPr lang="fr-FR" b="1" dirty="0" err="1"/>
              <a:t>boilerplate</a:t>
            </a:r>
            <a:r>
              <a:rPr lang="fr-FR" b="1" dirty="0"/>
              <a:t> code </a:t>
            </a:r>
            <a:r>
              <a:rPr lang="fr-FR" dirty="0"/>
              <a:t>»)</a:t>
            </a:r>
          </a:p>
          <a:p>
            <a:pPr marL="285750" indent="-285750">
              <a:lnSpc>
                <a:spcPct val="150000"/>
              </a:lnSpc>
              <a:buFont typeface="Arial" panose="020B0604020202020204" pitchFamily="34" charset="0"/>
              <a:buChar char="•"/>
            </a:pPr>
            <a:r>
              <a:rPr lang="fr-FR" dirty="0"/>
              <a:t>Appliquer des bonnes pratiques standardisées</a:t>
            </a:r>
          </a:p>
          <a:p>
            <a:pPr marL="285750" indent="-285750">
              <a:lnSpc>
                <a:spcPct val="150000"/>
              </a:lnSpc>
              <a:buFont typeface="Arial" panose="020B0604020202020204" pitchFamily="34" charset="0"/>
              <a:buChar char="•"/>
            </a:pPr>
            <a:r>
              <a:rPr lang="fr-FR" dirty="0"/>
              <a:t>Accélérer le développement</a:t>
            </a:r>
          </a:p>
          <a:p>
            <a:pPr marL="285750" indent="-285750">
              <a:lnSpc>
                <a:spcPct val="150000"/>
              </a:lnSpc>
              <a:buFont typeface="Arial" panose="020B0604020202020204" pitchFamily="34" charset="0"/>
              <a:buChar char="•"/>
            </a:pPr>
            <a:r>
              <a:rPr lang="fr-FR" dirty="0"/>
              <a:t>Se concentrer sur la logique métier</a:t>
            </a:r>
          </a:p>
        </p:txBody>
      </p:sp>
    </p:spTree>
    <p:extLst>
      <p:ext uri="{BB962C8B-B14F-4D97-AF65-F5344CB8AC3E}">
        <p14:creationId xmlns:p14="http://schemas.microsoft.com/office/powerpoint/2010/main" val="42462850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E36DF0F-E835-8C29-0447-E18A30A4A846}"/>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2B95AC22-2E44-E3CF-2005-A3070080F04A}"/>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noProof="0" dirty="0"/>
              <a:t>Votre futur…</a:t>
            </a:r>
          </a:p>
        </p:txBody>
      </p:sp>
      <p:sp>
        <p:nvSpPr>
          <p:cNvPr id="2" name="Espace réservé du numéro de diapositive 1">
            <a:extLst>
              <a:ext uri="{FF2B5EF4-FFF2-40B4-BE49-F238E27FC236}">
                <a16:creationId xmlns:a16="http://schemas.microsoft.com/office/drawing/2014/main" id="{6133CC36-E8E0-A0D9-D818-CCBC3FDB10DD}"/>
              </a:ext>
            </a:extLst>
          </p:cNvPr>
          <p:cNvSpPr>
            <a:spLocks noGrp="1"/>
          </p:cNvSpPr>
          <p:nvPr>
            <p:ph type="sldNum" sz="quarter" idx="10"/>
          </p:nvPr>
        </p:nvSpPr>
        <p:spPr>
          <a:xfrm>
            <a:off x="9853232" y="6584348"/>
            <a:ext cx="261660" cy="169200"/>
          </a:xfrm>
        </p:spPr>
        <p:txBody>
          <a:bodyPr/>
          <a:lstStyle/>
          <a:p>
            <a:fld id="{525A3C56-E491-49B2-93F3-63532DF516BC}" type="slidenum">
              <a:rPr lang="en-CA" smtClean="0"/>
              <a:t>45</a:t>
            </a:fld>
            <a:endParaRPr lang="en-CA"/>
          </a:p>
        </p:txBody>
      </p:sp>
      <p:pic>
        <p:nvPicPr>
          <p:cNvPr id="8200" name="Picture 8" descr="Lombok : Utiliser ou ne pas utiliser">
            <a:extLst>
              <a:ext uri="{FF2B5EF4-FFF2-40B4-BE49-F238E27FC236}">
                <a16:creationId xmlns:a16="http://schemas.microsoft.com/office/drawing/2014/main" id="{E8A68EBE-7477-F954-C844-34189D57EF9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10188"/>
          <a:stretch>
            <a:fillRect/>
          </a:stretch>
        </p:blipFill>
        <p:spPr bwMode="auto">
          <a:xfrm>
            <a:off x="1326519" y="4527957"/>
            <a:ext cx="2486431" cy="1384236"/>
          </a:xfrm>
          <a:prstGeom prst="rect">
            <a:avLst/>
          </a:prstGeom>
          <a:noFill/>
          <a:extLst>
            <a:ext uri="{909E8E84-426E-40DD-AFC4-6F175D3DCCD1}">
              <a14:hiddenFill xmlns:a14="http://schemas.microsoft.com/office/drawing/2010/main">
                <a:solidFill>
                  <a:srgbClr val="FFFFFF"/>
                </a:solidFill>
              </a14:hiddenFill>
            </a:ext>
          </a:extLst>
        </p:spPr>
      </p:pic>
      <p:pic>
        <p:nvPicPr>
          <p:cNvPr id="8206" name="Picture 14" descr="Introduction to JPA and relationship mapping - Blog by Vincenzo Racca">
            <a:extLst>
              <a:ext uri="{FF2B5EF4-FFF2-40B4-BE49-F238E27FC236}">
                <a16:creationId xmlns:a16="http://schemas.microsoft.com/office/drawing/2014/main" id="{290DEFDD-0E67-C28B-B8CD-0D7BFFFF754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0137" y="2315581"/>
            <a:ext cx="2979197" cy="1644765"/>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 9">
            <a:extLst>
              <a:ext uri="{FF2B5EF4-FFF2-40B4-BE49-F238E27FC236}">
                <a16:creationId xmlns:a16="http://schemas.microsoft.com/office/drawing/2014/main" id="{92ADFCDE-83DF-D3AA-2933-C56159971F0A}"/>
              </a:ext>
            </a:extLst>
          </p:cNvPr>
          <p:cNvPicPr>
            <a:picLocks noChangeAspect="1"/>
          </p:cNvPicPr>
          <p:nvPr/>
        </p:nvPicPr>
        <p:blipFill>
          <a:blip r:embed="rId5"/>
          <a:stretch>
            <a:fillRect/>
          </a:stretch>
        </p:blipFill>
        <p:spPr>
          <a:xfrm>
            <a:off x="5118919" y="948794"/>
            <a:ext cx="5296359" cy="3779848"/>
          </a:xfrm>
          <a:prstGeom prst="rect">
            <a:avLst/>
          </a:prstGeom>
          <a:ln>
            <a:solidFill>
              <a:schemeClr val="tx1"/>
            </a:solidFill>
          </a:ln>
        </p:spPr>
      </p:pic>
      <p:pic>
        <p:nvPicPr>
          <p:cNvPr id="13" name="Image 12">
            <a:extLst>
              <a:ext uri="{FF2B5EF4-FFF2-40B4-BE49-F238E27FC236}">
                <a16:creationId xmlns:a16="http://schemas.microsoft.com/office/drawing/2014/main" id="{8C67BCC7-26D3-8057-6A57-AA41F8F767C1}"/>
              </a:ext>
            </a:extLst>
          </p:cNvPr>
          <p:cNvPicPr>
            <a:picLocks noChangeAspect="1"/>
          </p:cNvPicPr>
          <p:nvPr/>
        </p:nvPicPr>
        <p:blipFill>
          <a:blip r:embed="rId6"/>
          <a:stretch>
            <a:fillRect/>
          </a:stretch>
        </p:blipFill>
        <p:spPr>
          <a:xfrm>
            <a:off x="4310513" y="4838808"/>
            <a:ext cx="6913172" cy="1635374"/>
          </a:xfrm>
          <a:prstGeom prst="rect">
            <a:avLst/>
          </a:prstGeom>
          <a:ln>
            <a:solidFill>
              <a:schemeClr val="tx1"/>
            </a:solidFill>
          </a:ln>
        </p:spPr>
      </p:pic>
    </p:spTree>
    <p:extLst>
      <p:ext uri="{BB962C8B-B14F-4D97-AF65-F5344CB8AC3E}">
        <p14:creationId xmlns:p14="http://schemas.microsoft.com/office/powerpoint/2010/main" val="20090231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206"/>
                                        </p:tgtEl>
                                        <p:attrNameLst>
                                          <p:attrName>style.visibility</p:attrName>
                                        </p:attrNameLst>
                                      </p:cBhvr>
                                      <p:to>
                                        <p:strVal val="visible"/>
                                      </p:to>
                                    </p:set>
                                    <p:animEffect transition="in" filter="fade">
                                      <p:cBhvr>
                                        <p:cTn id="7" dur="500"/>
                                        <p:tgtEl>
                                          <p:spTgt spid="82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200"/>
                                        </p:tgtEl>
                                        <p:attrNameLst>
                                          <p:attrName>style.visibility</p:attrName>
                                        </p:attrNameLst>
                                      </p:cBhvr>
                                      <p:to>
                                        <p:strVal val="visible"/>
                                      </p:to>
                                    </p:set>
                                    <p:animEffect transition="in" filter="fade">
                                      <p:cBhvr>
                                        <p:cTn id="12" dur="500"/>
                                        <p:tgtEl>
                                          <p:spTgt spid="820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BD07CCB-0A9D-7D28-960B-DF5E39269D22}"/>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214BEBF5-6834-B5CC-2F98-8024A3677B74}"/>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noProof="0" dirty="0"/>
              <a:t>Votre futur…</a:t>
            </a:r>
          </a:p>
        </p:txBody>
      </p:sp>
      <p:sp>
        <p:nvSpPr>
          <p:cNvPr id="2" name="Espace réservé du numéro de diapositive 1">
            <a:extLst>
              <a:ext uri="{FF2B5EF4-FFF2-40B4-BE49-F238E27FC236}">
                <a16:creationId xmlns:a16="http://schemas.microsoft.com/office/drawing/2014/main" id="{3933F376-0533-C25D-3547-9BBE72FD1F0B}"/>
              </a:ext>
            </a:extLst>
          </p:cNvPr>
          <p:cNvSpPr>
            <a:spLocks noGrp="1"/>
          </p:cNvSpPr>
          <p:nvPr>
            <p:ph type="sldNum" sz="quarter" idx="10"/>
          </p:nvPr>
        </p:nvSpPr>
        <p:spPr>
          <a:xfrm>
            <a:off x="9853232" y="6584348"/>
            <a:ext cx="261660" cy="169200"/>
          </a:xfrm>
        </p:spPr>
        <p:txBody>
          <a:bodyPr/>
          <a:lstStyle/>
          <a:p>
            <a:fld id="{525A3C56-E491-49B2-93F3-63532DF516BC}" type="slidenum">
              <a:rPr lang="en-CA" smtClean="0"/>
              <a:t>46</a:t>
            </a:fld>
            <a:endParaRPr lang="en-CA"/>
          </a:p>
        </p:txBody>
      </p:sp>
      <p:pic>
        <p:nvPicPr>
          <p:cNvPr id="8194" name="Picture 2" descr="Quarkus : le framework Java nouvelle génération - PROXIAD">
            <a:extLst>
              <a:ext uri="{FF2B5EF4-FFF2-40B4-BE49-F238E27FC236}">
                <a16:creationId xmlns:a16="http://schemas.microsoft.com/office/drawing/2014/main" id="{1A14E77B-D89D-6A4B-CB17-AEB2E6DF34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611" y="4431429"/>
            <a:ext cx="2128422" cy="1218289"/>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Accélérez votre application Spring Boot en 2023 : les meilleures techniques  pour améliorer les performances ~ BrainTech by ZokasTech">
            <a:extLst>
              <a:ext uri="{FF2B5EF4-FFF2-40B4-BE49-F238E27FC236}">
                <a16:creationId xmlns:a16="http://schemas.microsoft.com/office/drawing/2014/main" id="{A14D51E0-EB24-1D19-DC36-2BE26FC4A2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8736" y="3407622"/>
            <a:ext cx="1655257" cy="870345"/>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Formation Spring | Développer des applications avec Java | Néosoft Training">
            <a:extLst>
              <a:ext uri="{FF2B5EF4-FFF2-40B4-BE49-F238E27FC236}">
                <a16:creationId xmlns:a16="http://schemas.microsoft.com/office/drawing/2014/main" id="{0F151B80-ACC3-DE48-D5CE-0EC8E9073F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1018" y="1885156"/>
            <a:ext cx="2754030" cy="130943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16" descr="NET-Framework | aveneo Maison de logiciel">
            <a:extLst>
              <a:ext uri="{FF2B5EF4-FFF2-40B4-BE49-F238E27FC236}">
                <a16:creationId xmlns:a16="http://schemas.microsoft.com/office/drawing/2014/main" id="{F928CCD3-0EFB-A47C-ECCB-59CC2F959A0A}"/>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0867" r="21041"/>
          <a:stretch>
            <a:fillRect/>
          </a:stretch>
        </p:blipFill>
        <p:spPr bwMode="auto">
          <a:xfrm>
            <a:off x="2810155" y="4586490"/>
            <a:ext cx="1655258" cy="1602754"/>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a:extLst>
              <a:ext uri="{FF2B5EF4-FFF2-40B4-BE49-F238E27FC236}">
                <a16:creationId xmlns:a16="http://schemas.microsoft.com/office/drawing/2014/main" id="{8E894FC6-C338-2C6F-378A-A1EF1E54D33D}"/>
              </a:ext>
            </a:extLst>
          </p:cNvPr>
          <p:cNvPicPr>
            <a:picLocks noChangeAspect="1"/>
          </p:cNvPicPr>
          <p:nvPr/>
        </p:nvPicPr>
        <p:blipFill>
          <a:blip r:embed="rId7"/>
          <a:stretch>
            <a:fillRect/>
          </a:stretch>
        </p:blipFill>
        <p:spPr>
          <a:xfrm>
            <a:off x="5055778" y="423643"/>
            <a:ext cx="6522351" cy="5742505"/>
          </a:xfrm>
          <a:prstGeom prst="rect">
            <a:avLst/>
          </a:prstGeom>
        </p:spPr>
      </p:pic>
    </p:spTree>
    <p:extLst>
      <p:ext uri="{BB962C8B-B14F-4D97-AF65-F5344CB8AC3E}">
        <p14:creationId xmlns:p14="http://schemas.microsoft.com/office/powerpoint/2010/main" val="36336320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714BD-9CC6-400B-E6B2-9F7C1C9D1E3E}"/>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8CCE711-3380-B2C0-7B92-70D16FC824EF}"/>
              </a:ext>
            </a:extLst>
          </p:cNvPr>
          <p:cNvSpPr>
            <a:spLocks noGrp="1"/>
          </p:cNvSpPr>
          <p:nvPr>
            <p:ph type="sldNum" sz="quarter" idx="4"/>
          </p:nvPr>
        </p:nvSpPr>
        <p:spPr/>
        <p:txBody>
          <a:bodyPr/>
          <a:lstStyle/>
          <a:p>
            <a:fld id="{525A3C56-E491-49B2-93F3-63532DF516BC}" type="slidenum">
              <a:rPr lang="en-CA" smtClean="0"/>
              <a:t>47</a:t>
            </a:fld>
            <a:endParaRPr lang="en-CA"/>
          </a:p>
        </p:txBody>
      </p:sp>
      <p:sp>
        <p:nvSpPr>
          <p:cNvPr id="6" name="Titre 2">
            <a:extLst>
              <a:ext uri="{FF2B5EF4-FFF2-40B4-BE49-F238E27FC236}">
                <a16:creationId xmlns:a16="http://schemas.microsoft.com/office/drawing/2014/main" id="{D8FE11AF-AB76-29C6-12BF-E80940FA90A9}"/>
              </a:ext>
            </a:extLst>
          </p:cNvPr>
          <p:cNvSpPr txBox="1">
            <a:spLocks/>
          </p:cNvSpPr>
          <p:nvPr/>
        </p:nvSpPr>
        <p:spPr bwMode="white">
          <a:xfrm>
            <a:off x="2915056" y="2780450"/>
            <a:ext cx="6139363" cy="2226506"/>
          </a:xfrm>
          <a:prstGeom prst="rect">
            <a:avLst/>
          </a:prstGeom>
        </p:spPr>
        <p:txBody>
          <a:bodyPr vert="horz" lIns="0" tIns="0" rIns="0" bIns="0" rtlCol="0" anchor="t" anchorCtr="0">
            <a:noAutofit/>
          </a:bodyPr>
          <a:lstStyle>
            <a:lvl1pPr algn="l" defTabSz="914400" rtl="0" eaLnBrk="1" latinLnBrk="0" hangingPunct="1">
              <a:spcBef>
                <a:spcPct val="0"/>
              </a:spcBef>
              <a:buNone/>
              <a:defRPr sz="4800" kern="1200" baseline="0">
                <a:solidFill>
                  <a:schemeClr val="bg2"/>
                </a:solidFill>
                <a:latin typeface="Arial" pitchFamily="34" charset="0"/>
                <a:ea typeface="+mj-ea"/>
                <a:cs typeface="+mj-cs"/>
              </a:defRPr>
            </a:lvl1pPr>
          </a:lstStyle>
          <a:p>
            <a:pPr algn="ctr"/>
            <a:r>
              <a:rPr lang="fr-FR" dirty="0"/>
              <a:t>Fin CM 2</a:t>
            </a:r>
          </a:p>
        </p:txBody>
      </p:sp>
    </p:spTree>
    <p:extLst>
      <p:ext uri="{BB962C8B-B14F-4D97-AF65-F5344CB8AC3E}">
        <p14:creationId xmlns:p14="http://schemas.microsoft.com/office/powerpoint/2010/main" val="11766773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3.9600.0"/>
  <p:tag name="AS_RELEASE_DATE" val="2021.02.14"/>
  <p:tag name="AS_TITLE" val="Aspose.Slides for .NET 4.0"/>
  <p:tag name="AS_VERSION" val="21.2"/>
</p:tagLst>
</file>

<file path=ppt/tags/tag2.xml><?xml version="1.0" encoding="utf-8"?>
<p:tagLst xmlns:a="http://schemas.openxmlformats.org/drawingml/2006/main" xmlns:r="http://schemas.openxmlformats.org/officeDocument/2006/relationships" xmlns:p="http://schemas.openxmlformats.org/presentationml/2006/main">
  <p:tag name="NUM" val="9"/>
</p:tagLst>
</file>

<file path=ppt/tags/tag3.xml><?xml version="1.0" encoding="utf-8"?>
<p:tagLst xmlns:a="http://schemas.openxmlformats.org/drawingml/2006/main" xmlns:r="http://schemas.openxmlformats.org/officeDocument/2006/relationships" xmlns:p="http://schemas.openxmlformats.org/presentationml/2006/main">
  <p:tag name="NUM" val="10"/>
</p:tagLst>
</file>

<file path=ppt/tags/tag4.xml><?xml version="1.0" encoding="utf-8"?>
<p:tagLst xmlns:a="http://schemas.openxmlformats.org/drawingml/2006/main" xmlns:r="http://schemas.openxmlformats.org/officeDocument/2006/relationships" xmlns:p="http://schemas.openxmlformats.org/presentationml/2006/main">
  <p:tag name="NUM" val="9"/>
</p:tagLst>
</file>

<file path=ppt/tags/tag5.xml><?xml version="1.0" encoding="utf-8"?>
<p:tagLst xmlns:a="http://schemas.openxmlformats.org/drawingml/2006/main" xmlns:r="http://schemas.openxmlformats.org/officeDocument/2006/relationships" xmlns:p="http://schemas.openxmlformats.org/presentationml/2006/main">
  <p:tag name="NUM" val="9"/>
</p:tagLst>
</file>

<file path=ppt/tags/tag6.xml><?xml version="1.0" encoding="utf-8"?>
<p:tagLst xmlns:a="http://schemas.openxmlformats.org/drawingml/2006/main" xmlns:r="http://schemas.openxmlformats.org/officeDocument/2006/relationships" xmlns:p="http://schemas.openxmlformats.org/presentationml/2006/main">
  <p:tag name="NUM" val="9"/>
</p:tagLst>
</file>

<file path=ppt/theme/theme1.xml><?xml version="1.0" encoding="utf-8"?>
<a:theme xmlns:a="http://schemas.openxmlformats.org/drawingml/2006/main" name="CGI Widescreen Beet">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Classic 2">
      <a:maj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9525" algn="ctr">
          <a:noFill/>
          <a:miter lim="800000"/>
          <a:headEnd/>
          <a:tailEnd/>
        </a:ln>
        <a:effectLst/>
      </a:spPr>
      <a:bodyPr lIns="63500" tIns="0" rIns="64800" bIns="0" rtlCol="0" anchor="ctr"/>
      <a:lstStyle>
        <a:defPPr algn="ctr">
          <a:spcBef>
            <a:spcPct val="0"/>
          </a:spcBef>
          <a:buClrTx/>
          <a:buSzPct val="90000"/>
          <a:defRPr sz="1600" b="1" dirty="0">
            <a:solidFill>
              <a:schemeClr val="bg1"/>
            </a:solidFill>
            <a:cs typeface="Arial" pitchFamily="34" charset="0"/>
          </a:defRPr>
        </a:defPPr>
      </a:lstStyle>
    </a:spDef>
    <a:lnDef>
      <a:spPr bwMode="gray">
        <a:noFill/>
        <a:ln w="12700">
          <a:solidFill>
            <a:schemeClr val="accent1"/>
          </a:solidFill>
          <a:round/>
          <a:headEnd/>
          <a:tailEnd/>
        </a:ln>
        <a:effectLst/>
      </a:spPr>
      <a:bodyPr/>
      <a:lstStyle/>
    </a:lnDef>
    <a:txDef>
      <a:spPr/>
      <a:bodyPr vert="horz" lIns="0" tIns="0" rIns="0" bIns="0" rtlCol="0" anchor="t" anchorCtr="0">
        <a:normAutofit/>
      </a:bodyPr>
      <a:lstStyle>
        <a:defPPr algn="l">
          <a:defRPr dirty="0" smtClean="0"/>
        </a:defPPr>
      </a:lstStyle>
    </a:txDef>
  </a:objectDefaults>
  <a:extraClrSchemeLst/>
  <a:custClrLst>
    <a:custClr name="White">
      <a:srgbClr val="FFFFFF"/>
    </a:custClr>
    <a:custClr name="White">
      <a:srgbClr val="FFFFFF"/>
    </a:custClr>
    <a:custClr name="R101 G10 B33">
      <a:srgbClr val="650A21"/>
    </a:custClr>
    <a:custClr name="White">
      <a:srgbClr val="FFFFFF"/>
    </a:custClr>
    <a:custClr name="R32 G10 B88">
      <a:srgbClr val="200A58"/>
    </a:custClr>
    <a:custClr name="White">
      <a:srgbClr val="FFFFFF"/>
    </a:custClr>
    <a:custClr name="White">
      <a:srgbClr val="FFFFFF"/>
    </a:custClr>
    <a:custClr name="White">
      <a:srgbClr val="FFFFFF"/>
    </a:custClr>
    <a:custClr name="White">
      <a:srgbClr val="FFFFFF"/>
    </a:custClr>
    <a:custClr name="White">
      <a:srgbClr val="FFFFFF"/>
    </a:custClr>
    <a:custClr name="CGI Orange">
      <a:srgbClr val="FF6A00"/>
    </a:custClr>
    <a:custClr name="CGI Red">
      <a:srgbClr val="E31937"/>
    </a:custClr>
    <a:custClr name="CGI Burgundy">
      <a:srgbClr val="991F3D"/>
    </a:custClr>
    <a:custClr name="CGI Magenta">
      <a:srgbClr val="A82465"/>
    </a:custClr>
    <a:custClr name="CGI Purple">
      <a:srgbClr val="5236AB"/>
    </a:custClr>
    <a:custClr name="Black">
      <a:srgbClr val="000000"/>
    </a:custClr>
    <a:custClr name="White">
      <a:srgbClr val="FFFFFF"/>
    </a:custClr>
    <a:custClr name="White">
      <a:srgbClr val="FFFFFF"/>
    </a:custClr>
    <a:custClr name="White">
      <a:srgbClr val="FFFFFF"/>
    </a:custClr>
    <a:custClr name="White">
      <a:srgbClr val="FFFFFF"/>
    </a:custClr>
    <a:custClr name="R255 G195 B153">
      <a:srgbClr val="FFC399"/>
    </a:custClr>
    <a:custClr name="CGI Peach">
      <a:srgbClr val="FFCDD2"/>
    </a:custClr>
    <a:custClr name="R214 G165 B177">
      <a:srgbClr val="D6A5B1"/>
    </a:custClr>
    <a:custClr name="R203 G124 B163">
      <a:srgbClr val="CB7CA3"/>
    </a:custClr>
    <a:custClr name="R203 G195 B230">
      <a:srgbClr val="CBC3E6"/>
    </a:custClr>
    <a:custClr name="R85 G85 B85">
      <a:srgbClr val="555555"/>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R179 G179 B1">
      <a:srgbClr val="B3B3B3"/>
    </a:custClr>
    <a:custClr name="White">
      <a:srgbClr val="FFFFFF"/>
    </a:custClr>
    <a:custClr name="White">
      <a:srgbClr val="FFFFFF"/>
    </a:custClr>
    <a:custClr name="White">
      <a:srgbClr val="FFFFFF"/>
    </a:custClr>
    <a:custClr name="White">
      <a:srgbClr val="FFFFFF"/>
    </a:custClr>
    <a:custClr name="CGI Red (Use these colors for heat maps only)">
      <a:srgbClr val="E31937"/>
    </a:custClr>
    <a:custClr name="R255 G172 B37  (Use these colors for heat maps only)">
      <a:srgbClr val="FFAC25"/>
    </a:custClr>
    <a:custClr name="R30 G93 B55  (Use these colors for heat maps only)">
      <a:srgbClr val="1E5D37"/>
    </a:custClr>
    <a:custClr name="White">
      <a:srgbClr val="FFFFFF"/>
    </a:custClr>
    <a:custClr name="White">
      <a:srgbClr val="FFFFFF"/>
    </a:custClr>
    <a:custClr name="R210 G210 B210">
      <a:srgbClr val="D2D2D2"/>
    </a:custClr>
    <a:custClr name="White">
      <a:srgbClr val="FFFFFF"/>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Présentation2" id="{BAF28E72-D762-FC44-9002-4436F9E0831D}" vid="{D5CE621D-C22D-E744-9D69-CA7394097242}"/>
    </a:ext>
  </a:extLst>
</a:theme>
</file>

<file path=ppt/theme/theme2.xml><?xml version="1.0" encoding="utf-8"?>
<a:theme xmlns:a="http://schemas.openxmlformats.org/drawingml/2006/main" name="Office Theme">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p:Policy xmlns:p="office.server.policy" id="" local="true">
  <p:Name>Dossier Administratif Info Policy</p:Name>
  <p:Description>Dossier Administratif Info Policy</p:Description>
  <p:Statement>Dossier Administratif Info Policy</p:Statement>
  <p:PolicyItems>
    <p:PolicyItem featureId="Microsoft.Office.RecordsManagement.PolicyFeatures.PolicyLabel" staticId="0x0101009A52C5AAAFC23349B8BDB1B4A6E5BBA100BE7DAB2C58B328489915C63B8D980AC0|801092262" UniqueId="c9fe96b4-252f-4cd4-b06b-87f80ac09546">
      <p:Name>Labels</p:Name>
      <p:Description>Generates labels that can be inserted in Microsoft Office documents to ensure that document properties or other important information are included when documents are printed. Labels can also be used to search for documents.</p:Description>
      <p:CustomData>
        <label>
          <segment type="metadata">_UIVersionString</segment>
        </label>
      </p:CustomData>
    </p:PolicyItem>
  </p:PolicyItems>
</p:Policy>
</file>

<file path=customXml/item2.xml><?xml version="1.0" encoding="utf-8"?>
<?mso-contentType ?>
<SharedContentType xmlns="Microsoft.SharePoint.Taxonomy.ContentTypeSync" SourceId="204c783a-96cf-4a0f-a0fc-232f03230527" ContentTypeId="0x0101009A52C5AAAFC23349B8BDB1B4A6E5BBA1" PreviousValue="false"/>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documentManagement>
    <DocCTLanguage xmlns="1467fb8b-7944-4202-8e80-6a5cf0d18287">Anglais</DocCTLanguage>
    <TaxKeywordTaxHTField xmlns="1467fb8b-7944-4202-8e80-6a5cf0d18287">
      <Terms xmlns="http://schemas.microsoft.com/office/infopath/2007/PartnerControls"/>
    </TaxKeywordTaxHTField>
    <DocumentAudience xmlns="1467fb8b-7944-4202-8e80-6a5cf0d18287">CGI seulement</DocumentAudience>
    <Classification xmlns="1467fb8b-7944-4202-8e80-6a5cf0d18287">Interne</Classification>
    <AdministrativeFileTopic xmlns="1467fb8b-7944-4202-8e80-6a5cf0d18287">N/A</AdministrativeFileTopic>
    <d03104a6d34b444fb9971a4d8e41064a xmlns="1467fb8b-7944-4202-8e80-6a5cf0d18287">
      <Terms xmlns="http://schemas.microsoft.com/office/infopath/2007/PartnerControls"/>
    </d03104a6d34b444fb9971a4d8e41064a>
    <TaxCatchAll xmlns="1467fb8b-7944-4202-8e80-6a5cf0d18287"/>
    <AuthorEnsemble xmlns="1467fb8b-7944-4202-8e80-6a5cf0d18287" xsi:nil="true"/>
    <PublishedDate xmlns="http://schemas.microsoft.com/sharepoint/v3" xsi:nil="true"/>
    <AdministrativeFileDocumentType xmlns="1467fb8b-7944-4202-8e80-6a5cf0d18287">Documentation</AdministrativeFileDocumentType>
    <ChangeRequestID xmlns="1467fb8b-7944-4202-8e80-6a5cf0d18287" xsi:nil="true"/>
    <TaxCatchAllLabel xmlns="1467fb8b-7944-4202-8e80-6a5cf0d18287"/>
    <_dlc_Exempt xmlns="http://schemas.microsoft.com/sharepoint/v3" xsi:nil="true"/>
    <DLCPolicyLabelClientValue xmlns="22d87773-e74c-4cbb-84cc-45cb2e9e9a01" xsi:nil="true"/>
    <DLCPolicyLabelLock xmlns="22d87773-e74c-4cbb-84cc-45cb2e9e9a01" xsi:nil="true"/>
    <DLCPolicyLabelValue xmlns="22d87773-e74c-4cbb-84cc-45cb2e9e9a01">0.1</DLCPolicyLabelValue>
  </documentManagement>
</p:properties>
</file>

<file path=customXml/item5.xml><?xml version="1.0" encoding="utf-8"?>
<ct:contentTypeSchema xmlns:ct="http://schemas.microsoft.com/office/2006/metadata/contentType" xmlns:ma="http://schemas.microsoft.com/office/2006/metadata/properties/metaAttributes" ct:_="" ma:_="" ma:contentTypeName="Dossier Administratif" ma:contentTypeID="0x0101009A52C5AAAFC23349B8BDB1B4A6E5BBA100BE7DAB2C58B328489915C63B8D980AC0" ma:contentTypeVersion="11" ma:contentTypeDescription="Crée un document." ma:contentTypeScope="" ma:versionID="7bbb76030f15e2b896280439ed7c7543">
  <xsd:schema xmlns:xsd="http://www.w3.org/2001/XMLSchema" xmlns:xs="http://www.w3.org/2001/XMLSchema" xmlns:p="http://schemas.microsoft.com/office/2006/metadata/properties" xmlns:ns1="http://schemas.microsoft.com/sharepoint/v3" xmlns:ns2="1467fb8b-7944-4202-8e80-6a5cf0d18287" xmlns:ns3="22d87773-e74c-4cbb-84cc-45cb2e9e9a01" targetNamespace="http://schemas.microsoft.com/office/2006/metadata/properties" ma:root="true" ma:fieldsID="35a237271d09c8f7fda9c2c1fcd6a1b2" ns1:_="" ns2:_="" ns3:_="">
    <xsd:import namespace="http://schemas.microsoft.com/sharepoint/v3"/>
    <xsd:import namespace="1467fb8b-7944-4202-8e80-6a5cf0d18287"/>
    <xsd:import namespace="22d87773-e74c-4cbb-84cc-45cb2e9e9a01"/>
    <xsd:element name="properties">
      <xsd:complexType>
        <xsd:sequence>
          <xsd:element name="documentManagement">
            <xsd:complexType>
              <xsd:all>
                <xsd:element ref="ns2:AuthorEnsemble" minOccurs="0"/>
                <xsd:element ref="ns1:PublishedDate" minOccurs="0"/>
                <xsd:element ref="ns2:DocumentAudience"/>
                <xsd:element ref="ns2:AdministrativeFileTopic" minOccurs="0"/>
                <xsd:element ref="ns2:AdministrativeFileDocumentType"/>
                <xsd:element ref="ns2:DocCTLanguage" minOccurs="0"/>
                <xsd:element ref="ns2:Classification"/>
                <xsd:element ref="ns2:ChangeRequestID" minOccurs="0"/>
                <xsd:element ref="ns2:d03104a6d34b444fb9971a4d8e41064a" minOccurs="0"/>
                <xsd:element ref="ns2:TaxCatchAll" minOccurs="0"/>
                <xsd:element ref="ns2:TaxCatchAllLabel" minOccurs="0"/>
                <xsd:element ref="ns2:TaxKeywordTaxHTField" minOccurs="0"/>
                <xsd:element ref="ns1:_dlc_Exempt" minOccurs="0"/>
                <xsd:element ref="ns3:DLCPolicyLabelValue" minOccurs="0"/>
                <xsd:element ref="ns3:DLCPolicyLabelClientValue" minOccurs="0"/>
                <xsd:element ref="ns3:DLCPolicyLabelLoc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edDate" ma:index="3" nillable="true" ma:displayName="Date de publication" ma:format="DateOnly" ma:internalName="PublishedDate" ma:readOnly="false">
      <xsd:simpleType>
        <xsd:restriction base="dms:DateTime"/>
      </xsd:simpleType>
    </xsd:element>
    <xsd:element name="_dlc_Exempt" ma:index="22" nillable="true" ma:displayName="Exempt de la stratégie" ma:hidden="true" ma:internalName="_dlc_Exempt"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467fb8b-7944-4202-8e80-6a5cf0d18287" elementFormDefault="qualified">
    <xsd:import namespace="http://schemas.microsoft.com/office/2006/documentManagement/types"/>
    <xsd:import namespace="http://schemas.microsoft.com/office/infopath/2007/PartnerControls"/>
    <xsd:element name="AuthorEnsemble" ma:index="2" nillable="true" ma:displayName="Auteur" ma:description="" ma:internalName="AuthorEnsemble" ma:readOnly="false">
      <xsd:simpleType>
        <xsd:restriction base="dms:Text"/>
      </xsd:simpleType>
    </xsd:element>
    <xsd:element name="DocumentAudience" ma:index="5" ma:displayName="Destinataire du document" ma:default="CGI seulement" ma:description="" ma:internalName="DocumentAudience" ma:readOnly="false">
      <xsd:simpleType>
        <xsd:restriction base="dms:Choice">
          <xsd:enumeration value="CGI seulement"/>
          <xsd:enumeration value="Approuvé pour être communiqué au client"/>
        </xsd:restriction>
      </xsd:simpleType>
    </xsd:element>
    <xsd:element name="AdministrativeFileTopic" ma:index="6" nillable="true" ma:displayName="Sujet" ma:default="N/A" ma:description="" ma:internalName="AdministrativeFileTopic" ma:readOnly="false">
      <xsd:simpleType>
        <xsd:restriction base="dms:Choice">
          <xsd:enumeration value="N/A"/>
          <xsd:enumeration value="Gestion"/>
          <xsd:enumeration value="Stratégie"/>
          <xsd:enumeration value="Développement"/>
          <xsd:enumeration value="Formation"/>
          <xsd:enumeration value="Delivery"/>
        </xsd:restriction>
      </xsd:simpleType>
    </xsd:element>
    <xsd:element name="AdministrativeFileDocumentType" ma:index="7" ma:displayName="Type de document" ma:default="Documentation" ma:description="" ma:internalName="AdministrativeFileDocumentType" ma:readOnly="false">
      <xsd:simpleType>
        <xsd:restriction base="dms:Choice">
          <xsd:enumeration value=""/>
          <xsd:enumeration value="Approbations"/>
          <xsd:enumeration value="Documentation"/>
          <xsd:enumeration value="Communication"/>
          <xsd:enumeration value="Contrat"/>
          <xsd:enumeration value="Finance"/>
          <xsd:enumeration value="Guides et manuels"/>
          <xsd:enumeration value="Compte-rendu de réunion"/>
          <xsd:enumeration value="Politiques et procédures"/>
          <xsd:enumeration value="Présentations"/>
          <xsd:enumeration value="Procédure et instructions de travail"/>
          <xsd:enumeration value="Processus"/>
          <xsd:enumeration value="Rapport"/>
          <xsd:enumeration value="Révision"/>
          <xsd:enumeration value="Gabarits et formulaires"/>
        </xsd:restriction>
      </xsd:simpleType>
    </xsd:element>
    <xsd:element name="DocCTLanguage" ma:index="8" nillable="true" ma:displayName="Langue" ma:default="Anglais" ma:description="" ma:internalName="DocCTLanguage" ma:readOnly="false">
      <xsd:simpleType>
        <xsd:restriction base="dms:Choice">
          <xsd:enumeration value="Anglais"/>
          <xsd:enumeration value="Français"/>
        </xsd:restriction>
      </xsd:simpleType>
    </xsd:element>
    <xsd:element name="Classification" ma:index="9" ma:displayName="Classification" ma:default="Interne" ma:description="Selon la politique de classification." ma:internalName="Classification" ma:readOnly="false">
      <xsd:simpleType>
        <xsd:restriction base="dms:Choice">
          <xsd:enumeration value="Interne"/>
          <xsd:enumeration value="Public"/>
          <xsd:enumeration value="Confidentiel"/>
          <xsd:enumeration value="Hautement Confidentiel"/>
        </xsd:restriction>
      </xsd:simpleType>
    </xsd:element>
    <xsd:element name="ChangeRequestID" ma:index="11" nillable="true" ma:displayName="No demande de changement" ma:description="" ma:internalName="ChangeRequestID" ma:readOnly="false">
      <xsd:simpleType>
        <xsd:restriction base="dms:Text"/>
      </xsd:simpleType>
    </xsd:element>
    <xsd:element name="d03104a6d34b444fb9971a4d8e41064a" ma:index="15" nillable="true" ma:taxonomy="true" ma:internalName="d03104a6d34b444fb9971a4d8e41064a" ma:taxonomyFieldName="SBUBUContentOwner" ma:displayName="UAS/UA Propriétaire du contenu" ma:readOnly="false" ma:fieldId="{d03104a6-d34b-444f-b997-1a4d8e41064a}" ma:sspId="204c783a-96cf-4a0f-a0fc-232f03230527" ma:termSetId="d99e8ed4-fc5d-43fa-94ab-5d6ef9c16d49" ma:anchorId="00000000-0000-0000-0000-000000000000" ma:open="false" ma:isKeyword="false">
      <xsd:complexType>
        <xsd:sequence>
          <xsd:element ref="pc:Terms" minOccurs="0" maxOccurs="1"/>
        </xsd:sequence>
      </xsd:complexType>
    </xsd:element>
    <xsd:element name="TaxCatchAll" ma:index="16" nillable="true" ma:displayName="Taxonomy Catch All Column" ma:hidden="true" ma:list="{51f25e93-a1be-4688-b5df-3ac64482b9a1}" ma:internalName="TaxCatchAll" ma:showField="CatchAllData" ma:web="d51d8a65-6b9b-49c3-bf6d-d7b6f4cec44a">
      <xsd:complexType>
        <xsd:complexContent>
          <xsd:extension base="dms:MultiChoiceLookup">
            <xsd:sequence>
              <xsd:element name="Value" type="dms:Lookup" maxOccurs="unbounded" minOccurs="0" nillable="true"/>
            </xsd:sequence>
          </xsd:extension>
        </xsd:complexContent>
      </xsd:complexType>
    </xsd:element>
    <xsd:element name="TaxCatchAllLabel" ma:index="17" nillable="true" ma:displayName="Taxonomy Catch All Column1" ma:hidden="true" ma:list="{51f25e93-a1be-4688-b5df-3ac64482b9a1}" ma:internalName="TaxCatchAllLabel" ma:readOnly="true" ma:showField="CatchAllDataLabel" ma:web="d51d8a65-6b9b-49c3-bf6d-d7b6f4cec44a">
      <xsd:complexType>
        <xsd:complexContent>
          <xsd:extension base="dms:MultiChoiceLookup">
            <xsd:sequence>
              <xsd:element name="Value" type="dms:Lookup" maxOccurs="unbounded" minOccurs="0" nillable="true"/>
            </xsd:sequence>
          </xsd:extension>
        </xsd:complexContent>
      </xsd:complexType>
    </xsd:element>
    <xsd:element name="TaxKeywordTaxHTField" ma:index="20" nillable="true" ma:taxonomy="true" ma:internalName="TaxKeywordTaxHTField" ma:taxonomyFieldName="TaxKeyword" ma:displayName="Mots-clés d’entreprise" ma:readOnly="false" ma:fieldId="{23f27201-bee3-471e-b2e7-b64fd8b7ca38}" ma:taxonomyMulti="true" ma:sspId="204c783a-96cf-4a0f-a0fc-232f03230527" ma:termSetId="00000000-0000-0000-0000-000000000000" ma:anchorId="00000000-0000-0000-0000-000000000000" ma:open="true" ma:isKeyword="tru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22d87773-e74c-4cbb-84cc-45cb2e9e9a01" elementFormDefault="qualified">
    <xsd:import namespace="http://schemas.microsoft.com/office/2006/documentManagement/types"/>
    <xsd:import namespace="http://schemas.microsoft.com/office/infopath/2007/PartnerControls"/>
    <xsd:element name="DLCPolicyLabelValue" ma:index="23" nillable="true" ma:displayName="Étiquette" ma:description="Stocke la valeur actuelle de l’intitulé." ma:internalName="DLCPolicyLabelValue" ma:readOnly="true">
      <xsd:simpleType>
        <xsd:restriction base="dms:Note">
          <xsd:maxLength value="255"/>
        </xsd:restriction>
      </xsd:simpleType>
    </xsd:element>
    <xsd:element name="DLCPolicyLabelClientValue" ma:index="24" nillable="true" ma:displayName="Client Label Value" ma:description="Stores the last label value computed on the client." ma:hidden="true" ma:internalName="DLCPolicyLabelClientValue" ma:readOnly="false">
      <xsd:simpleType>
        <xsd:restriction base="dms:Note"/>
      </xsd:simpleType>
    </xsd:element>
    <xsd:element name="DLCPolicyLabelLock" ma:index="25" nillable="true" ma:displayName="Label Locked" ma:description="Indicates whether the label should be updated when item properties are modified." ma:hidden="true" ma:internalName="DLCPolicyLabelLock" ma:readOnly="fals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3" ma:displayName="Type de contenu"/>
        <xsd:element ref="dc:title" minOccurs="0" maxOccurs="1" ma:index="1"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AAC4EDA-821D-42CA-898C-BF5EBD2F1030}">
  <ds:schemaRefs>
    <ds:schemaRef ds:uri="office.server.policy"/>
  </ds:schemaRefs>
</ds:datastoreItem>
</file>

<file path=customXml/itemProps2.xml><?xml version="1.0" encoding="utf-8"?>
<ds:datastoreItem xmlns:ds="http://schemas.openxmlformats.org/officeDocument/2006/customXml" ds:itemID="{957F5D7A-96FD-4145-BBEE-1CFD1405758E}">
  <ds:schemaRefs>
    <ds:schemaRef ds:uri="Microsoft.SharePoint.Taxonomy.ContentTypeSync"/>
  </ds:schemaRefs>
</ds:datastoreItem>
</file>

<file path=customXml/itemProps3.xml><?xml version="1.0" encoding="utf-8"?>
<ds:datastoreItem xmlns:ds="http://schemas.openxmlformats.org/officeDocument/2006/customXml" ds:itemID="{ADA5D674-9920-4D2F-B065-BC24FD29F86D}">
  <ds:schemaRefs>
    <ds:schemaRef ds:uri="http://schemas.microsoft.com/sharepoint/v3/contenttype/forms"/>
  </ds:schemaRefs>
</ds:datastoreItem>
</file>

<file path=customXml/itemProps4.xml><?xml version="1.0" encoding="utf-8"?>
<ds:datastoreItem xmlns:ds="http://schemas.openxmlformats.org/officeDocument/2006/customXml" ds:itemID="{2F4C4F6A-F6A5-45C8-BAAA-52FB70E387C7}">
  <ds:schemaRefs>
    <ds:schemaRef ds:uri="1467fb8b-7944-4202-8e80-6a5cf0d18287"/>
    <ds:schemaRef ds:uri="http://purl.org/dc/terms/"/>
    <ds:schemaRef ds:uri="http://schemas.microsoft.com/office/2006/metadata/properties"/>
    <ds:schemaRef ds:uri="http://schemas.microsoft.com/office/2006/documentManagement/types"/>
    <ds:schemaRef ds:uri="http://purl.org/dc/dcmitype/"/>
    <ds:schemaRef ds:uri="http://purl.org/dc/elements/1.1/"/>
    <ds:schemaRef ds:uri="http://schemas.microsoft.com/office/infopath/2007/PartnerControls"/>
    <ds:schemaRef ds:uri="http://schemas.openxmlformats.org/package/2006/metadata/core-properties"/>
    <ds:schemaRef ds:uri="22d87773-e74c-4cbb-84cc-45cb2e9e9a01"/>
    <ds:schemaRef ds:uri="http://schemas.microsoft.com/sharepoint/v3"/>
    <ds:schemaRef ds:uri="http://www.w3.org/XML/1998/namespace"/>
  </ds:schemaRefs>
</ds:datastoreItem>
</file>

<file path=customXml/itemProps5.xml><?xml version="1.0" encoding="utf-8"?>
<ds:datastoreItem xmlns:ds="http://schemas.openxmlformats.org/officeDocument/2006/customXml" ds:itemID="{07578963-F6A3-4D9B-917F-D20BFBBF4949}">
  <ds:schemaRefs>
    <ds:schemaRef ds:uri="1467fb8b-7944-4202-8e80-6a5cf0d18287"/>
    <ds:schemaRef ds:uri="22d87773-e74c-4cbb-84cc-45cb2e9e9a0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d9290083-bd2f-48a2-8ac5-09a524b17d15}" enabled="1" method="Privileged" siteId="{b9fec68c-c92d-461e-9a97-3d03a0f18b82}" contentBits="1" removed="0"/>
</clbl:labelList>
</file>

<file path=docProps/app.xml><?xml version="1.0" encoding="utf-8"?>
<Properties xmlns="http://schemas.openxmlformats.org/officeDocument/2006/extended-properties" xmlns:vt="http://schemas.openxmlformats.org/officeDocument/2006/docPropsVTypes">
  <Template>CGI Widescreen Beet</Template>
  <TotalTime>1948</TotalTime>
  <Words>2267</Words>
  <Application>Microsoft Office PowerPoint</Application>
  <PresentationFormat>Grand écran</PresentationFormat>
  <Paragraphs>523</Paragraphs>
  <Slides>47</Slides>
  <Notes>47</Notes>
  <HiddenSlides>4</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47</vt:i4>
      </vt:variant>
    </vt:vector>
  </HeadingPairs>
  <TitlesOfParts>
    <vt:vector size="54" baseType="lpstr">
      <vt:lpstr>Arial</vt:lpstr>
      <vt:lpstr>Calibri</vt:lpstr>
      <vt:lpstr>Courier New</vt:lpstr>
      <vt:lpstr>Nunito</vt:lpstr>
      <vt:lpstr>Verdana</vt:lpstr>
      <vt:lpstr>Wingdings</vt:lpstr>
      <vt:lpstr>CGI Widescreen Beet</vt:lpstr>
      <vt:lpstr>Polytech Nancy  CM 2 – Clean code, architecture, base de données </vt:lpstr>
      <vt:lpstr>Introduction</vt:lpstr>
      <vt:lpstr>Présentation PowerPoint</vt:lpstr>
      <vt:lpstr>Structure API backend</vt:lpstr>
      <vt:lpstr>Présentation PowerPoint</vt:lpstr>
      <vt:lpstr>Présentation PowerPoint</vt:lpstr>
      <vt:lpstr>Présentation PowerPoint</vt:lpstr>
      <vt:lpstr>Présentation PowerPoint</vt:lpstr>
      <vt:lpstr>Présentation PowerPoint</vt:lpstr>
      <vt:lpstr>Présentation PowerPoint</vt:lpstr>
      <vt:lpstr>Log système</vt:lpstr>
      <vt:lpstr>Présentation PowerPoint</vt:lpstr>
      <vt:lpstr>Présentation PowerPoint</vt:lpstr>
      <vt:lpstr>Présentation PowerPoint</vt:lpstr>
      <vt:lpstr>Présentation PowerPoint</vt:lpstr>
      <vt:lpstr>Présentation PowerPoint</vt:lpstr>
      <vt:lpstr>Présentation PowerPoint</vt:lpstr>
      <vt:lpstr>Javadoc et commentaires</vt:lpstr>
      <vt:lpstr>Présentation PowerPoint</vt:lpstr>
      <vt:lpstr>Présentation PowerPoint</vt:lpstr>
      <vt:lpstr>Présentation PowerPoint</vt:lpstr>
      <vt:lpstr>Présentation PowerPoint</vt:lpstr>
      <vt:lpstr>Gestion des Exceptions</vt:lpstr>
      <vt:lpstr>Présentation PowerPoint</vt:lpstr>
      <vt:lpstr>Présentation PowerPoint</vt:lpstr>
      <vt:lpstr>JDBC</vt:lpstr>
      <vt:lpstr>Présentation PowerPoint</vt:lpstr>
      <vt:lpstr>Présentation PowerPoint</vt:lpstr>
      <vt:lpstr>Présentation PowerPoint</vt:lpstr>
      <vt:lpstr>Présentation PowerPoint</vt:lpstr>
      <vt:lpstr>Bonnes pratiques de développement</vt:lpstr>
      <vt:lpstr>Présentation PowerPoint</vt:lpstr>
      <vt:lpstr>Présentation PowerPoint</vt:lpstr>
      <vt:lpstr>Introduction aux tests logiciels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Ouverture aux frameworks</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Copier et coller des diapositives dans ce nouveau gabarit</dc:title>
  <dc:creator>Audit-St-Cyr, Sarah</dc:creator>
  <cp:lastModifiedBy>MILLER, Florian</cp:lastModifiedBy>
  <cp:revision>785</cp:revision>
  <dcterms:created xsi:type="dcterms:W3CDTF">2021-03-18T18:48:16Z</dcterms:created>
  <dcterms:modified xsi:type="dcterms:W3CDTF">2026-04-03T12:17:41Z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usiness Practice">
    <vt:lpwstr/>
  </property>
  <property fmtid="{D5CDD505-2E9C-101B-9397-08002B2CF9AE}" pid="3" name="Business theme">
    <vt:lpwstr/>
  </property>
  <property fmtid="{D5CDD505-2E9C-101B-9397-08002B2CF9AE}" pid="4" name="Content Format">
    <vt:lpwstr/>
  </property>
  <property fmtid="{D5CDD505-2E9C-101B-9397-08002B2CF9AE}" pid="5" name="ContentTypeId">
    <vt:lpwstr>0x0101009A52C5AAAFC23349B8BDB1B4A6E5BBA100BE7DAB2C58B328489915C63B8D980AC0</vt:lpwstr>
  </property>
  <property fmtid="{D5CDD505-2E9C-101B-9397-08002B2CF9AE}" pid="6" name="Functions">
    <vt:lpwstr/>
  </property>
  <property fmtid="{D5CDD505-2E9C-101B-9397-08002B2CF9AE}" pid="7" name="Geography">
    <vt:lpwstr/>
  </property>
  <property fmtid="{D5CDD505-2E9C-101B-9397-08002B2CF9AE}" pid="8" name="Intellectual Property">
    <vt:lpwstr/>
  </property>
  <property fmtid="{D5CDD505-2E9C-101B-9397-08002B2CF9AE}" pid="9" name="Organisation">
    <vt:lpwstr>260;#Group|43ac7042-3752-4f1b-8a93-43b36e65d3e5</vt:lpwstr>
  </property>
  <property fmtid="{D5CDD505-2E9C-101B-9397-08002B2CF9AE}" pid="10" name="Sector">
    <vt:lpwstr/>
  </property>
  <property fmtid="{D5CDD505-2E9C-101B-9397-08002B2CF9AE}" pid="11" name="Service line">
    <vt:lpwstr/>
  </property>
  <property fmtid="{D5CDD505-2E9C-101B-9397-08002B2CF9AE}" pid="12" name="WizKit Template inter.">
    <vt:i4>1</vt:i4>
  </property>
  <property fmtid="{D5CDD505-2E9C-101B-9397-08002B2CF9AE}" pid="13" name="WizKit Template Type">
    <vt:lpwstr>Widescreen</vt:lpwstr>
  </property>
  <property fmtid="{D5CDD505-2E9C-101B-9397-08002B2CF9AE}" pid="14" name="WizKit Template Version">
    <vt:i4>5</vt:i4>
  </property>
  <property fmtid="{D5CDD505-2E9C-101B-9397-08002B2CF9AE}" pid="15" name="TaxKeyword">
    <vt:lpwstr/>
  </property>
  <property fmtid="{D5CDD505-2E9C-101B-9397-08002B2CF9AE}" pid="16" name="SBUBUContentOwner">
    <vt:lpwstr/>
  </property>
</Properties>
</file>